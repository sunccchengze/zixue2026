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72" r:id="rId12"/>
    <p:sldId id="265" r:id="rId13"/>
    <p:sldId id="273" r:id="rId14"/>
    <p:sldId id="266" r:id="rId15"/>
    <p:sldId id="274" r:id="rId16"/>
    <p:sldId id="275" r:id="rId17"/>
    <p:sldId id="267" r:id="rId18"/>
    <p:sldId id="276" r:id="rId19"/>
    <p:sldId id="268" r:id="rId20"/>
    <p:sldId id="277" r:id="rId21"/>
    <p:sldId id="269" r:id="rId22"/>
    <p:sldId id="278" r:id="rId23"/>
    <p:sldId id="270" r:id="rId24"/>
    <p:sldId id="279" r:id="rId25"/>
    <p:sldId id="285" r:id="rId26"/>
    <p:sldId id="284" r:id="rId27"/>
    <p:sldId id="282" r:id="rId28"/>
    <p:sldId id="283" r:id="rId29"/>
    <p:sldId id="280" r:id="rId30"/>
    <p:sldId id="281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 varScale="1">
        <p:scale>
          <a:sx n="53" d="100"/>
          <a:sy n="53" d="100"/>
        </p:scale>
        <p:origin x="71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26FCC5-8FE9-493A-833E-4A5833F9D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B0A70F-6016-46FF-B088-59DC41178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36BBD5-CE10-41D6-8C95-0CC736251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6E97-742A-402C-91FF-9CF4FF46AACD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95D757-33F7-4732-963F-45FB4A6FF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DC5C88-5987-46FD-8795-A26C3354A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DDE0A-7FCF-44CF-8291-EA84EE3F1F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813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8512A0-8429-4868-BBA5-BBB84F238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F5C00A-9E8A-4D10-BA71-F18AB7530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78BFB0-92C9-4FAA-B26D-4BFD5CB4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6E97-742A-402C-91FF-9CF4FF46AACD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D0B767-C65D-45A1-9807-03885AB67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30433C-968E-4B5E-99AF-515B84B1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DDE0A-7FCF-44CF-8291-EA84EE3F1F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197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E46E3-B1BA-4A27-A989-A428C766A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DFFE9E-7CE3-4987-B376-65E079D61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9CBEDB-2C59-4A91-9EEC-4B0564F2C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6E97-742A-402C-91FF-9CF4FF46AACD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43F6B5-006D-4D0D-A694-EA945390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3DD643-3EE0-41A8-B67E-A74F519B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DDE0A-7FCF-44CF-8291-EA84EE3F1F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647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03520B-A678-42C5-8D5F-39F6E94F9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FDABAA-768C-4DA6-99EE-A926AFEDAC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A5EFDC-C26F-4F38-82B1-6D7EC32D9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CD635A-3BDA-4252-AD58-A4A2BE476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6E97-742A-402C-91FF-9CF4FF46AACD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E2B861-D571-4641-807B-54E7DA10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B3521A-9734-4FCF-992E-98612FE5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DDE0A-7FCF-44CF-8291-EA84EE3F1F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612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FC8DE-B715-428A-852B-F3E31EA60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12E1DF-8740-4C6C-8859-55F2C99CF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DCE402-3F12-48E3-BBFE-897AFB191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9C6738-14EB-4FF9-B805-8398C41B80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18975F-8D95-4086-BD0A-C24362BCD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7DC2B2D-904C-4C29-89B1-036108D0E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6E97-742A-402C-91FF-9CF4FF46AACD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3AE2E1-8150-4769-92BE-C3D498B33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DFF75E-A644-402A-8E4D-9A45B0AD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DDE0A-7FCF-44CF-8291-EA84EE3F1F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708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43F031-B667-4EFA-9831-B1D90624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59EC6D-0D91-426C-8EDA-8CFE1158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6E97-742A-402C-91FF-9CF4FF46AACD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055D04-D2DD-4CAA-95F3-4ED8961A3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1FCFD1-A288-4E04-9A0C-1D51FD054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DDE0A-7FCF-44CF-8291-EA84EE3F1F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66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2BEB7BB-3E90-436D-8D82-14B96AF3B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6E97-742A-402C-91FF-9CF4FF46AACD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8FA25C-CFCB-46BF-A709-589A3B843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9057D3-631E-40F5-B19A-4B1E886C4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DDE0A-7FCF-44CF-8291-EA84EE3F1F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634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FC5C76-FA7D-4ED0-8A34-0DC5FD152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6334C8-7D4F-44EA-AFF2-3A3050775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B1A0A9-5E01-470E-A3F9-85D2EA6DB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03E5B4-719C-4A20-B3B9-59367B696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6E97-742A-402C-91FF-9CF4FF46AACD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9F84D1-496E-4E0D-A34A-95E4E0645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14CF8A-1132-45B7-9720-C6EFA0A5F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DDE0A-7FCF-44CF-8291-EA84EE3F1F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172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BAA621-7F49-4822-969A-E2FB69F17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43B8F7-64B9-4472-B816-427ADCF6BD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97FFD7-1FF9-4550-9C2B-882DD839C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72B11D-9391-4278-97B1-AD21E05F2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6E97-742A-402C-91FF-9CF4FF46AACD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F32E86-8548-465C-80E0-D80B0B1A4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0E9C20-1BC7-41D4-BB66-DE5758B7E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DDE0A-7FCF-44CF-8291-EA84EE3F1F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504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7E96FD-03F7-4F70-8D17-BF0E3FE73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0DCB06-B93A-4E97-9481-0BA2008D6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FA8060-0CBE-4441-8E40-6102FE053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6E97-742A-402C-91FF-9CF4FF46AACD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5AD3F3-6561-40D5-AA63-0EA8FE665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EBF7C8-EA39-41B0-AB92-6656C5C42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DDE0A-7FCF-44CF-8291-EA84EE3F1F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01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6682B13-345C-4392-91D1-88B5D2E74E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EB9FFB-080E-48DB-A4D7-4D2826292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AE2E1A-B4EF-4872-BC56-1F401E953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B6E97-742A-402C-91FF-9CF4FF46AACD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C665F7-E012-49AC-B987-62A6B1E1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6629F1-8E20-4F14-9FBC-3AB9CA82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DDE0A-7FCF-44CF-8291-EA84EE3F1F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3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BD7A820-8BF4-4B6A-AD8E-D8540383E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4A9301-89A6-4D95-A374-A56BDE50F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061D20-E09D-486D-AD8A-A2987BB85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B6E97-742A-402C-91FF-9CF4FF46AACD}" type="datetimeFigureOut">
              <a:rPr lang="zh-CN" altLang="en-US" smtClean="0"/>
              <a:t>2021/12/26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47119B-A59D-418F-873D-17737C092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D8334-6099-4B70-B8B8-1426465C0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DDE0A-7FCF-44CF-8291-EA84EE3F1F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466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79B84-BDE9-49B6-A395-FFBC4FA31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67125"/>
            <a:ext cx="9144000" cy="1941813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solidFill>
                  <a:srgbClr val="FF0000"/>
                </a:solidFill>
              </a:rPr>
              <a:t>概率统计习题课（一）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DCE9B4-7524-4D46-9626-C46AA62FF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99267"/>
            <a:ext cx="9144000" cy="384335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2021.6</a:t>
            </a:r>
            <a:r>
              <a:rPr lang="zh-CN" altLang="en-US" sz="3600" dirty="0">
                <a:solidFill>
                  <a:srgbClr val="FF0000"/>
                </a:solidFill>
              </a:rPr>
              <a:t>考试题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766FDF-DC5F-4F87-998D-59B538853F2F}"/>
              </a:ext>
            </a:extLst>
          </p:cNvPr>
          <p:cNvSpPr txBox="1"/>
          <p:nvPr/>
        </p:nvSpPr>
        <p:spPr>
          <a:xfrm>
            <a:off x="4982965" y="4859677"/>
            <a:ext cx="6914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2021.12.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859016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0CFC399-2F06-49CA-9E9B-750195C48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74" y="236307"/>
            <a:ext cx="9472773" cy="286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31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293714-3F74-48B5-AEB8-F82A8EB01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12" y="380144"/>
            <a:ext cx="9482583" cy="242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76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B266F4D-4426-4B03-9D3E-2673CEB1D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503" y="123291"/>
            <a:ext cx="8949284" cy="17774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28EC52C-245A-49EC-9C69-10D7137BE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919" y="3702881"/>
            <a:ext cx="9438161" cy="98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0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E328AA1-9967-43C3-907F-F1968EA1F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964" y="400693"/>
            <a:ext cx="7469312" cy="104796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192DC37-2C03-4396-A3DC-2A603C1EA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964" y="2506894"/>
            <a:ext cx="9824268" cy="227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245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35E97C0-FE04-44A1-BDFB-9A61A0BDC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6" y="215756"/>
            <a:ext cx="9736779" cy="151030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6B8F393-3E80-45A1-843B-18B95F1E5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26" y="3544585"/>
            <a:ext cx="9829246" cy="131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70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8AC446D-36FB-40AC-A12B-1A1027FCD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4" y="133565"/>
            <a:ext cx="10263398" cy="218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12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BBC7E2F-7DAE-4A40-8ABB-CD19A40DF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207" y="236306"/>
            <a:ext cx="10191964" cy="198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639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629944E-22AC-4CA0-8EBD-FB3527880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74" y="657546"/>
            <a:ext cx="10705672" cy="448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235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531A300-335C-4EFC-A106-A3774A7C9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862" y="421241"/>
            <a:ext cx="10006695" cy="244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41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47B0F9A-31CF-4404-9BC4-2DEEAE539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57" y="934948"/>
            <a:ext cx="10870059" cy="358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175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BD54C2D-2731-4F4B-9B8F-C9020A30E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40" y="0"/>
            <a:ext cx="10900880" cy="298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069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120E74C-4A81-4064-9DCC-E2D02B178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00" y="205482"/>
            <a:ext cx="10376899" cy="488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28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88AEE01-41C1-42C6-977F-D1ABCFD7A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52" y="0"/>
            <a:ext cx="1040772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19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8752FAA-E7D3-404F-9AC9-78CCC1F4F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76" y="0"/>
            <a:ext cx="10083716" cy="33647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F97E942-0920-4CF6-9873-26E131D44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176" y="3493214"/>
            <a:ext cx="10479640" cy="348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6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EEFFA25-1DB9-4622-BF8B-AD0746E66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74" y="688369"/>
            <a:ext cx="7705617" cy="181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63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3359D8-000F-485E-9C25-EDFEFF17F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34" y="92468"/>
            <a:ext cx="9195832" cy="191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816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E2CA72-5632-4415-9761-8FFA31029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49" y="133564"/>
            <a:ext cx="9955660" cy="597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717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50BAC31-2A4F-4347-BF5A-5A1AC5AD3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06" y="0"/>
            <a:ext cx="11322121" cy="306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940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E7BF01A-9F95-4ED6-A3FD-D5A2E8C1B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41" y="410965"/>
            <a:ext cx="10274157" cy="555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592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1BF5C3-AECF-4C21-98E7-B2FDABC00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37" y="123290"/>
            <a:ext cx="11096090" cy="209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307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21A808-BACB-4850-892F-F8328BC40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62" y="431516"/>
            <a:ext cx="10633753" cy="544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76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2616DD2-90FF-4960-A047-7B3D65E3F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98" y="-92468"/>
            <a:ext cx="11147461" cy="438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75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5154558-4851-4F03-B648-203CF5BFB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66" y="226031"/>
            <a:ext cx="11905837" cy="538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7866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634F0B-F192-4456-BAE9-1CCC0EAC5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348" y="0"/>
            <a:ext cx="123186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20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1F26ED8-75C6-4C5E-88C9-7E35F4F80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710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603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002BF5E-760A-4F81-BE88-244FCDD79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213019" cy="597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84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AC2396-18ED-4F9D-9F6A-99CEF7421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37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88A6337-76BA-448E-8B6C-221736F67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021" y="82193"/>
            <a:ext cx="11156353" cy="511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240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1214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宽屏</PresentationFormat>
  <Paragraphs>3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4" baseType="lpstr">
      <vt:lpstr>等线</vt:lpstr>
      <vt:lpstr>等线 Light</vt:lpstr>
      <vt:lpstr>Arial</vt:lpstr>
      <vt:lpstr>Office 主题​​</vt:lpstr>
      <vt:lpstr>概率统计习题课（一）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概率统计习题课</dc:title>
  <dc:creator>mei</dc:creator>
  <cp:lastModifiedBy>mei</cp:lastModifiedBy>
  <cp:revision>6</cp:revision>
  <dcterms:created xsi:type="dcterms:W3CDTF">2021-12-25T01:56:48Z</dcterms:created>
  <dcterms:modified xsi:type="dcterms:W3CDTF">2021-12-26T14:30:20Z</dcterms:modified>
</cp:coreProperties>
</file>