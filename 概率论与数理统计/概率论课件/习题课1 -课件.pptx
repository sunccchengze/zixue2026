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861" r:id="rId1"/>
  </p:sldMasterIdLst>
  <p:notesMasterIdLst>
    <p:notesMasterId r:id="rId41"/>
  </p:notesMasterIdLst>
  <p:handoutMasterIdLst>
    <p:handoutMasterId r:id="rId42"/>
  </p:handoutMasterIdLst>
  <p:sldIdLst>
    <p:sldId id="1079" r:id="rId2"/>
    <p:sldId id="1078" r:id="rId3"/>
    <p:sldId id="1044" r:id="rId4"/>
    <p:sldId id="1045" r:id="rId5"/>
    <p:sldId id="1046" r:id="rId6"/>
    <p:sldId id="1047" r:id="rId7"/>
    <p:sldId id="1048" r:id="rId8"/>
    <p:sldId id="1049" r:id="rId9"/>
    <p:sldId id="1050" r:id="rId10"/>
    <p:sldId id="1051" r:id="rId11"/>
    <p:sldId id="1052" r:id="rId12"/>
    <p:sldId id="1053" r:id="rId13"/>
    <p:sldId id="1055" r:id="rId14"/>
    <p:sldId id="1076" r:id="rId15"/>
    <p:sldId id="1057" r:id="rId16"/>
    <p:sldId id="1059" r:id="rId17"/>
    <p:sldId id="1060" r:id="rId18"/>
    <p:sldId id="1061" r:id="rId19"/>
    <p:sldId id="1062" r:id="rId20"/>
    <p:sldId id="1063" r:id="rId21"/>
    <p:sldId id="1058" r:id="rId22"/>
    <p:sldId id="1064" r:id="rId23"/>
    <p:sldId id="1066" r:id="rId24"/>
    <p:sldId id="1067" r:id="rId25"/>
    <p:sldId id="1068" r:id="rId26"/>
    <p:sldId id="1069" r:id="rId27"/>
    <p:sldId id="1070" r:id="rId28"/>
    <p:sldId id="1071" r:id="rId29"/>
    <p:sldId id="1073" r:id="rId30"/>
    <p:sldId id="1074" r:id="rId31"/>
    <p:sldId id="1075" r:id="rId32"/>
    <p:sldId id="1054" r:id="rId33"/>
    <p:sldId id="1081" r:id="rId34"/>
    <p:sldId id="1085" r:id="rId35"/>
    <p:sldId id="1082" r:id="rId36"/>
    <p:sldId id="1083" r:id="rId37"/>
    <p:sldId id="1084" r:id="rId38"/>
    <p:sldId id="1086" r:id="rId39"/>
    <p:sldId id="1080" r:id="rId40"/>
  </p:sldIdLst>
  <p:sldSz cx="9144000" cy="5143500" type="screen16x9"/>
  <p:notesSz cx="9942513" cy="6761163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4000" kern="1200">
        <a:solidFill>
          <a:schemeClr val="tx1"/>
        </a:solidFill>
        <a:latin typeface="Arial" charset="0"/>
        <a:ea typeface="宋体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4000" kern="1200">
        <a:solidFill>
          <a:schemeClr val="tx1"/>
        </a:solidFill>
        <a:latin typeface="Arial" charset="0"/>
        <a:ea typeface="宋体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4000" kern="1200">
        <a:solidFill>
          <a:schemeClr val="tx1"/>
        </a:solidFill>
        <a:latin typeface="Arial" charset="0"/>
        <a:ea typeface="宋体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4000" kern="1200">
        <a:solidFill>
          <a:schemeClr val="tx1"/>
        </a:solidFill>
        <a:latin typeface="Arial" charset="0"/>
        <a:ea typeface="宋体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4000" kern="1200">
        <a:solidFill>
          <a:schemeClr val="tx1"/>
        </a:solidFill>
        <a:latin typeface="Arial" charset="0"/>
        <a:ea typeface="宋体" charset="-122"/>
        <a:cs typeface="+mn-cs"/>
      </a:defRPr>
    </a:lvl5pPr>
    <a:lvl6pPr marL="2286000" algn="l" defTabSz="914400" rtl="0" eaLnBrk="1" latinLnBrk="0" hangingPunct="1">
      <a:defRPr sz="4000" kern="1200">
        <a:solidFill>
          <a:schemeClr val="tx1"/>
        </a:solidFill>
        <a:latin typeface="Arial" charset="0"/>
        <a:ea typeface="宋体" charset="-122"/>
        <a:cs typeface="+mn-cs"/>
      </a:defRPr>
    </a:lvl6pPr>
    <a:lvl7pPr marL="2743200" algn="l" defTabSz="914400" rtl="0" eaLnBrk="1" latinLnBrk="0" hangingPunct="1">
      <a:defRPr sz="4000" kern="1200">
        <a:solidFill>
          <a:schemeClr val="tx1"/>
        </a:solidFill>
        <a:latin typeface="Arial" charset="0"/>
        <a:ea typeface="宋体" charset="-122"/>
        <a:cs typeface="+mn-cs"/>
      </a:defRPr>
    </a:lvl7pPr>
    <a:lvl8pPr marL="3200400" algn="l" defTabSz="914400" rtl="0" eaLnBrk="1" latinLnBrk="0" hangingPunct="1">
      <a:defRPr sz="4000" kern="1200">
        <a:solidFill>
          <a:schemeClr val="tx1"/>
        </a:solidFill>
        <a:latin typeface="Arial" charset="0"/>
        <a:ea typeface="宋体" charset="-122"/>
        <a:cs typeface="+mn-cs"/>
      </a:defRPr>
    </a:lvl8pPr>
    <a:lvl9pPr marL="3657600" algn="l" defTabSz="914400" rtl="0" eaLnBrk="1" latinLnBrk="0" hangingPunct="1">
      <a:defRPr sz="4000" kern="1200">
        <a:solidFill>
          <a:schemeClr val="tx1"/>
        </a:solidFill>
        <a:latin typeface="Arial" charset="0"/>
        <a:ea typeface="宋体" charset="-122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="" xmlns:p15="http://schemas.microsoft.com/office/powerpoint/2012/main">
        <p15:guide id="1" orient="horz" pos="2130">
          <p15:clr>
            <a:srgbClr val="A4A3A4"/>
          </p15:clr>
        </p15:guide>
        <p15:guide id="2" pos="3132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CC00"/>
    <a:srgbClr val="0000CC"/>
    <a:srgbClr val="FFFFFF"/>
    <a:srgbClr val="800000"/>
    <a:srgbClr val="FFCC99"/>
    <a:srgbClr val="CC0000"/>
    <a:srgbClr val="000099"/>
    <a:srgbClr val="00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9" autoAdjust="0"/>
    <p:restoredTop sz="95028" autoAdjust="0"/>
  </p:normalViewPr>
  <p:slideViewPr>
    <p:cSldViewPr>
      <p:cViewPr varScale="1">
        <p:scale>
          <a:sx n="124" d="100"/>
          <a:sy n="124" d="100"/>
        </p:scale>
        <p:origin x="-608" y="-68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4268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7" d="100"/>
          <a:sy n="57" d="100"/>
        </p:scale>
        <p:origin x="-1836" y="-72"/>
      </p:cViewPr>
      <p:guideLst>
        <p:guide orient="horz" pos="2130"/>
        <p:guide pos="313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3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4309434" cy="3378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5635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633080" y="0"/>
            <a:ext cx="4309434" cy="3378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fld id="{67661442-009F-4988-9467-E3950E739FED}" type="datetimeFigureOut">
              <a:rPr lang="zh-CN" altLang="en-US"/>
              <a:pPr>
                <a:defRPr/>
              </a:pPr>
              <a:t>2021/11/12 Friday</a:t>
            </a:fld>
            <a:endParaRPr lang="en-US" altLang="zh-CN"/>
          </a:p>
        </p:txBody>
      </p:sp>
      <p:sp>
        <p:nvSpPr>
          <p:cNvPr id="35635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" y="6423266"/>
            <a:ext cx="4309434" cy="3378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5635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633080" y="6423266"/>
            <a:ext cx="4309434" cy="3378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fld id="{19C16D2C-76AD-4079-8E70-DE266D667537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944754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4309434" cy="3378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758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630745" y="0"/>
            <a:ext cx="4309434" cy="3378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14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719388" y="508000"/>
            <a:ext cx="4503737" cy="25336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758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94485" y="3211634"/>
            <a:ext cx="7953544" cy="30421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</a:p>
        </p:txBody>
      </p:sp>
      <p:sp>
        <p:nvSpPr>
          <p:cNvPr id="6759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6422188"/>
            <a:ext cx="4309434" cy="3378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759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30745" y="6422188"/>
            <a:ext cx="4309434" cy="3378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ea typeface="+mn-ea"/>
              </a:defRPr>
            </a:lvl1pPr>
          </a:lstStyle>
          <a:p>
            <a:pPr>
              <a:defRPr/>
            </a:pPr>
            <a:fld id="{0D6736D8-DE90-468A-A90E-90C13129D19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321140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30820CF-B880-4189-942D-D702A7CBA730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2021/11/12 Friday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C913308-F349-4B6D-A68A-DD1791B4A57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35175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30820CF-B880-4189-942D-D702A7CBA730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2021/11/12 Friday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C913308-F349-4B6D-A68A-DD1791B4A57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564200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30820CF-B880-4189-942D-D702A7CBA730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2021/11/12 Friday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C913308-F349-4B6D-A68A-DD1791B4A57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090890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30820CF-B880-4189-942D-D702A7CBA730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2021/11/12 Friday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C913308-F349-4B6D-A68A-DD1791B4A57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73607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30820CF-B880-4189-942D-D702A7CBA730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2021/11/12 Friday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C913308-F349-4B6D-A68A-DD1791B4A57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917131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30820CF-B880-4189-942D-D702A7CBA730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2021/11/12 Friday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C913308-F349-4B6D-A68A-DD1791B4A57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861038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30820CF-B880-4189-942D-D702A7CBA730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2021/11/12 Friday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C913308-F349-4B6D-A68A-DD1791B4A57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40692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30820CF-B880-4189-942D-D702A7CBA730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2021/11/12 Friday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C913308-F349-4B6D-A68A-DD1791B4A57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428447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30820CF-B880-4189-942D-D702A7CBA730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2021/11/12 Friday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C913308-F349-4B6D-A68A-DD1791B4A57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195196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30820CF-B880-4189-942D-D702A7CBA730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2021/11/12 Friday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C913308-F349-4B6D-A68A-DD1791B4A57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800067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30820CF-B880-4189-942D-D702A7CBA730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2021/11/12 Friday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C913308-F349-4B6D-A68A-DD1791B4A57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575515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001154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30820CF-B880-4189-942D-D702A7CBA730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2021/11/12 Friday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C913308-F349-4B6D-A68A-DD1791B4A57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789042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2" r:id="rId1"/>
    <p:sldLayoutId id="2147483863" r:id="rId2"/>
    <p:sldLayoutId id="2147483864" r:id="rId3"/>
    <p:sldLayoutId id="2147483865" r:id="rId4"/>
    <p:sldLayoutId id="2147483866" r:id="rId5"/>
    <p:sldLayoutId id="2147483867" r:id="rId6"/>
    <p:sldLayoutId id="2147483868" r:id="rId7"/>
    <p:sldLayoutId id="2147483869" r:id="rId8"/>
    <p:sldLayoutId id="2147483870" r:id="rId9"/>
    <p:sldLayoutId id="2147483871" r:id="rId10"/>
    <p:sldLayoutId id="2147483872" r:id="rId11"/>
    <p:sldLayoutId id="2147483873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microsoft.com/office/2007/relationships/hdphoto" Target="../media/hdphoto2.wdp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Relationship Id="rId5" Type="http://schemas.microsoft.com/office/2007/relationships/hdphoto" Target="../media/hdphoto6.wdp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7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8.wd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9.wd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10.wdp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11.wdp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12.wdp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13.wdp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14.wdp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15.wdp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07/relationships/hdphoto" Target="../media/hdphoto16.wdp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2.xml"/><Relationship Id="rId5" Type="http://schemas.microsoft.com/office/2007/relationships/hdphoto" Target="../media/hdphoto17.wdp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07/relationships/hdphoto" Target="../media/hdphoto18.wdp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microsoft.com/office/2007/relationships/hdphoto" Target="../media/hdphoto19.wdp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2.xml"/><Relationship Id="rId5" Type="http://schemas.microsoft.com/office/2007/relationships/hdphoto" Target="../media/hdphoto20.wdp"/><Relationship Id="rId4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3" Type="http://schemas.microsoft.com/office/2007/relationships/hdphoto" Target="../media/hdphoto21.wdp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2.xml"/><Relationship Id="rId5" Type="http://schemas.microsoft.com/office/2007/relationships/hdphoto" Target="../media/hdphoto22.wdp"/><Relationship Id="rId4" Type="http://schemas.openxmlformats.org/officeDocument/2006/relationships/image" Target="../media/image25.png"/></Relationships>
</file>

<file path=ppt/slides/_rels/slide19.xml.rels><?xml version="1.0" encoding="UTF-8" standalone="yes"?>
<Relationships xmlns="http://schemas.openxmlformats.org/package/2006/relationships"><Relationship Id="rId3" Type="http://schemas.microsoft.com/office/2007/relationships/hdphoto" Target="../media/hdphoto23.wdp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microsoft.com/office/2007/relationships/hdphoto" Target="../media/hdphoto24.wdp"/><Relationship Id="rId7" Type="http://schemas.microsoft.com/office/2007/relationships/hdphoto" Target="../media/hdphoto26.wdp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9.png"/><Relationship Id="rId5" Type="http://schemas.microsoft.com/office/2007/relationships/hdphoto" Target="../media/hdphoto25.wdp"/><Relationship Id="rId4" Type="http://schemas.openxmlformats.org/officeDocument/2006/relationships/image" Target="../media/image28.png"/></Relationships>
</file>

<file path=ppt/slides/_rels/slide21.xml.rels><?xml version="1.0" encoding="UTF-8" standalone="yes"?>
<Relationships xmlns="http://schemas.openxmlformats.org/package/2006/relationships"><Relationship Id="rId3" Type="http://schemas.microsoft.com/office/2007/relationships/hdphoto" Target="../media/hdphoto27.wdp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2.xml"/><Relationship Id="rId5" Type="http://schemas.microsoft.com/office/2007/relationships/hdphoto" Target="../media/hdphoto28.wdp"/><Relationship Id="rId4" Type="http://schemas.openxmlformats.org/officeDocument/2006/relationships/image" Target="../media/image31.png"/></Relationships>
</file>

<file path=ppt/slides/_rels/slide22.xml.rels><?xml version="1.0" encoding="UTF-8" standalone="yes"?>
<Relationships xmlns="http://schemas.openxmlformats.org/package/2006/relationships"><Relationship Id="rId3" Type="http://schemas.microsoft.com/office/2007/relationships/hdphoto" Target="../media/hdphoto29.wdp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microsoft.com/office/2007/relationships/hdphoto" Target="../media/hdphoto30.wdp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microsoft.com/office/2007/relationships/hdphoto" Target="../media/hdphoto31.wdp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microsoft.com/office/2007/relationships/hdphoto" Target="../media/hdphoto32.wdp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3" Type="http://schemas.microsoft.com/office/2007/relationships/hdphoto" Target="../media/hdphoto33.wdp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microsoft.com/office/2007/relationships/hdphoto" Target="../media/hdphoto34.wdp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3" Type="http://schemas.microsoft.com/office/2007/relationships/hdphoto" Target="../media/hdphoto35.wdp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3" Type="http://schemas.microsoft.com/office/2007/relationships/hdphoto" Target="../media/hdphoto36.wdp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3" Type="http://schemas.microsoft.com/office/2007/relationships/hdphoto" Target="../media/hdphoto37.wdp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3" Type="http://schemas.microsoft.com/office/2007/relationships/hdphoto" Target="../media/hdphoto38.wdp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3" Type="http://schemas.microsoft.com/office/2007/relationships/hdphoto" Target="../media/hdphoto39.wdp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3" Type="http://schemas.microsoft.com/office/2007/relationships/hdphoto" Target="../media/hdphoto40.wdp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5536" y="1707654"/>
            <a:ext cx="8229600" cy="857250"/>
          </a:xfrm>
        </p:spPr>
        <p:txBody>
          <a:bodyPr/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期中</a:t>
            </a:r>
            <a:r>
              <a:rPr lang="zh-CN" altLang="en-US" dirty="0" smtClean="0">
                <a:latin typeface="黑体" panose="02010609060101010101" pitchFamily="49" charset="-122"/>
                <a:ea typeface="黑体" panose="02010609060101010101" pitchFamily="49" charset="-122"/>
              </a:rPr>
              <a:t>考试前复习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815144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70" name="Picture 2"/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627" y="1553699"/>
            <a:ext cx="4500000" cy="31941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772" name="Picture 4"/>
          <p:cNvPicPr>
            <a:picLocks noChangeAspect="1" noChangeArrowheads="1"/>
          </p:cNvPicPr>
          <p:nvPr/>
        </p:nvPicPr>
        <p:blipFill>
          <a:blip r:embed="rId4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2901" y="469790"/>
            <a:ext cx="4320000" cy="12399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773" name="Picture 5"/>
          <p:cNvPicPr>
            <a:picLocks noChangeAspect="1" noChangeArrowheads="1"/>
          </p:cNvPicPr>
          <p:nvPr/>
        </p:nvPicPr>
        <p:blipFill>
          <a:blip r:embed="rId5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901" y="1709744"/>
            <a:ext cx="4500000" cy="30429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矩形 3"/>
          <p:cNvSpPr/>
          <p:nvPr/>
        </p:nvSpPr>
        <p:spPr>
          <a:xfrm>
            <a:off x="5652120" y="3509944"/>
            <a:ext cx="1512168" cy="14401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5652120" y="4317356"/>
            <a:ext cx="1170781" cy="14401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89041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9" name="Picture 1" descr="C:\Users\Administrator\AppData\Roaming\Tencent\Users\8366449\QQ\WinTemp\RichOle\@9Q{1XEM[0JBMFSPLRL}CUK.png"/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548" y="1131590"/>
            <a:ext cx="7920000" cy="1922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045703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3" name="Picture 1" descr="C:\Users\Administrator\AppData\Roaming\Tencent\Users\8366449\QQ\WinTemp\RichOle\R5@]VBD`PF5TL8F(~GKA@~3.png"/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915565"/>
            <a:ext cx="7920000" cy="3417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356109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1" descr="C:\Users\Administrator\AppData\Roaming\Tencent\Users\8366449\QQ\WinTemp\RichOle\5EY$A_VU6]uH)7GWBNU@J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" name="AutoShape 2" descr="C:\Users\Administrator\AppData\Roaming\Tencent\Users\8366449\QQ\WinTemp\RichOle\5EY$A_VU6]uH)7GWBNU@J.png"/>
          <p:cNvSpPr>
            <a:spLocks noChangeAspect="1" noChangeArrowheads="1"/>
          </p:cNvSpPr>
          <p:nvPr/>
        </p:nvSpPr>
        <p:spPr bwMode="auto">
          <a:xfrm>
            <a:off x="152400" y="152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863278"/>
            <a:ext cx="7920000" cy="25927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4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3456070"/>
            <a:ext cx="7920000" cy="6278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874494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27201"/>
            <a:ext cx="7920000" cy="50868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737273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987574"/>
            <a:ext cx="7920000" cy="325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799174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6" name="Picture 2"/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679" y="160022"/>
            <a:ext cx="5350959" cy="486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634793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699542"/>
            <a:ext cx="7920000" cy="390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255752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555526"/>
            <a:ext cx="7920000" cy="43159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653451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664" y="267494"/>
            <a:ext cx="5760000" cy="47047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4087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355799"/>
            <a:ext cx="7920000" cy="45149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076289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9090" y="51415"/>
            <a:ext cx="6480000" cy="5092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6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4128" y="4155926"/>
            <a:ext cx="3209925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124184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2" name="Picture 2"/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672" y="51470"/>
            <a:ext cx="5760000" cy="48432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798493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 cstate="print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59583"/>
            <a:ext cx="4500000" cy="23233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4" cstate="print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5396" y="771550"/>
            <a:ext cx="4500000" cy="34266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114633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412" y="94025"/>
            <a:ext cx="7920000" cy="50380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997150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 cstate="print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347614"/>
            <a:ext cx="4500000" cy="25644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39" name="Picture 3"/>
          <p:cNvPicPr>
            <a:picLocks noChangeAspect="1" noChangeArrowheads="1"/>
          </p:cNvPicPr>
          <p:nvPr/>
        </p:nvPicPr>
        <p:blipFill>
          <a:blip r:embed="rId4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4008" y="915566"/>
            <a:ext cx="4500000" cy="35642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942480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 cstate="print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23" y="1275605"/>
            <a:ext cx="4320000" cy="26143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3" name="Picture 3"/>
          <p:cNvPicPr>
            <a:picLocks noChangeAspect="1" noChangeArrowheads="1"/>
          </p:cNvPicPr>
          <p:nvPr/>
        </p:nvPicPr>
        <p:blipFill>
          <a:blip r:embed="rId4" cstate="print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9992" y="1635646"/>
            <a:ext cx="4500000" cy="15790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836221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267494"/>
            <a:ext cx="7920000" cy="46163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313706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 cstate="print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02" y="1419622"/>
            <a:ext cx="4500000" cy="24871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11" name="Picture 3"/>
          <p:cNvPicPr>
            <a:picLocks noChangeAspect="1" noChangeArrowheads="1"/>
          </p:cNvPicPr>
          <p:nvPr/>
        </p:nvPicPr>
        <p:blipFill>
          <a:blip r:embed="rId4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2522" y="977327"/>
            <a:ext cx="4500000" cy="1738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12" name="Picture 4"/>
          <p:cNvPicPr>
            <a:picLocks noChangeAspect="1" noChangeArrowheads="1"/>
          </p:cNvPicPr>
          <p:nvPr/>
        </p:nvPicPr>
        <p:blipFill>
          <a:blip r:embed="rId6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9981" y="2715766"/>
            <a:ext cx="4500000" cy="9086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497353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 cstate="print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1203598"/>
            <a:ext cx="4500000" cy="27074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35" name="Picture 3"/>
          <p:cNvPicPr>
            <a:picLocks noChangeAspect="1" noChangeArrowheads="1"/>
          </p:cNvPicPr>
          <p:nvPr/>
        </p:nvPicPr>
        <p:blipFill>
          <a:blip r:embed="rId4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4829" y="1203598"/>
            <a:ext cx="4500000" cy="2676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903329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664" y="238350"/>
            <a:ext cx="5760000" cy="47724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4489123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25450"/>
            <a:ext cx="7920000" cy="5044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943681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1563638"/>
            <a:ext cx="7920000" cy="18664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9518136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1001861"/>
            <a:ext cx="7920000" cy="27978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9394061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712" y="339502"/>
            <a:ext cx="5040000" cy="45189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3801607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9" name="Picture 3"/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1059582"/>
            <a:ext cx="7920000" cy="30954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3679657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843558"/>
            <a:ext cx="7920000" cy="3668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2192601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0" name="Picture 2"/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987574"/>
            <a:ext cx="7920000" cy="31997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8368563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4" name="Picture 2"/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262" y="668685"/>
            <a:ext cx="7920000" cy="39563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0255043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8" name="Picture 2"/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123478"/>
            <a:ext cx="5760000" cy="49246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787027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123478"/>
            <a:ext cx="5400000" cy="4877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269552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Picture 2"/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699542"/>
            <a:ext cx="7920000" cy="39420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029425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8388" y="300038"/>
            <a:ext cx="4467225" cy="454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/>
          <p:nvPr/>
        </p:nvSpPr>
        <p:spPr>
          <a:xfrm>
            <a:off x="5076056" y="314326"/>
            <a:ext cx="576064" cy="255488"/>
          </a:xfrm>
          <a:prstGeom prst="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44236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31726"/>
            <a:ext cx="4476750" cy="5057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2279" y="1923678"/>
            <a:ext cx="4152900" cy="289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矩形 5"/>
          <p:cNvSpPr/>
          <p:nvPr/>
        </p:nvSpPr>
        <p:spPr>
          <a:xfrm>
            <a:off x="2843808" y="84014"/>
            <a:ext cx="576064" cy="255488"/>
          </a:xfrm>
          <a:prstGeom prst="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92286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1725" y="100013"/>
            <a:ext cx="4400550" cy="4943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01194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736" y="123478"/>
            <a:ext cx="4248472" cy="49654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264899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6" y="123476"/>
            <a:ext cx="3223890" cy="49680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2040" y="1851670"/>
            <a:ext cx="2928668" cy="2808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720291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5536" y="1707654"/>
            <a:ext cx="8229600" cy="857250"/>
          </a:xfrm>
        </p:spPr>
        <p:txBody>
          <a:bodyPr>
            <a:normAutofit/>
          </a:bodyPr>
          <a:lstStyle/>
          <a:p>
            <a:r>
              <a:rPr lang="zh-CN" altLang="en-US" dirty="0" smtClean="0">
                <a:latin typeface="黑体" panose="02010609060101010101" pitchFamily="49" charset="-122"/>
                <a:ea typeface="黑体" panose="02010609060101010101" pitchFamily="49" charset="-122"/>
              </a:rPr>
              <a:t>祝大家取得好成绩！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367649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13230</TotalTime>
  <Words>16</Words>
  <Application>Microsoft Office PowerPoint</Application>
  <PresentationFormat>全屏显示(16:9)</PresentationFormat>
  <Paragraphs>2</Paragraphs>
  <Slides>39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39</vt:i4>
      </vt:variant>
    </vt:vector>
  </HeadingPairs>
  <TitlesOfParts>
    <vt:vector size="40" baseType="lpstr">
      <vt:lpstr>1_Office 主题</vt:lpstr>
      <vt:lpstr>期中考试前复习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祝大家取得好成绩！</vt:lpstr>
    </vt:vector>
  </TitlesOfParts>
  <Company>xjtu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Template</dc:title>
  <dc:creator>lhq</dc:creator>
  <cp:lastModifiedBy>xb21cn</cp:lastModifiedBy>
  <cp:revision>1366</cp:revision>
  <cp:lastPrinted>2018-03-13T03:17:27Z</cp:lastPrinted>
  <dcterms:created xsi:type="dcterms:W3CDTF">2007-07-09T08:48:11Z</dcterms:created>
  <dcterms:modified xsi:type="dcterms:W3CDTF">2021-11-12T05:25:20Z</dcterms:modified>
</cp:coreProperties>
</file>