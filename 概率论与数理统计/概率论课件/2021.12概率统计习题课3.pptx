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70" r:id="rId6"/>
    <p:sldId id="261" r:id="rId7"/>
    <p:sldId id="262" r:id="rId8"/>
    <p:sldId id="263" r:id="rId9"/>
    <p:sldId id="264" r:id="rId10"/>
    <p:sldId id="279" r:id="rId11"/>
    <p:sldId id="265" r:id="rId12"/>
    <p:sldId id="271" r:id="rId13"/>
    <p:sldId id="266" r:id="rId14"/>
    <p:sldId id="272" r:id="rId15"/>
    <p:sldId id="267" r:id="rId16"/>
    <p:sldId id="273" r:id="rId17"/>
    <p:sldId id="268" r:id="rId18"/>
    <p:sldId id="274" r:id="rId19"/>
    <p:sldId id="269" r:id="rId20"/>
    <p:sldId id="275" r:id="rId21"/>
    <p:sldId id="278" r:id="rId22"/>
    <p:sldId id="276" r:id="rId23"/>
    <p:sldId id="27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C4E84-6973-4643-9451-B98AC2E2A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19BA75-B594-4C33-A76C-EB1C988E8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7845B9-EA3E-4A9B-89AC-505699B1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8AD9EA-DB9D-4D78-B1A0-16E17AC1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69E195-B93C-47E8-9900-7F89B6A1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185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FFF15-86FE-4781-AEDE-6FCE4497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FF70C-F1D5-4B19-A756-6A8999C21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95678-6FE4-42DB-A060-D1342E60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F9DE2-5F2F-4AA2-832B-0C801CDA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3AC7EB-3B96-4681-8B74-535D8B65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634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13FB6-D25A-41D2-B1D7-EE500D4A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BA27FE-8961-492F-8F76-67DD5AF3A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7E4C3-188C-441D-84D1-85290B5E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66A58-0C1B-437A-AA2D-4B263E4F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4B3862-7F1F-46C8-BB36-ADE3BEA1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80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7FC8B-06AF-45F4-BAA2-0978725C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3FC3FB-A358-4193-B9A4-77F1530CC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A0E68C-2338-4B17-BB88-9A3E2AE63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CFE320-77A7-4899-BFDE-F048DC32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65650C-2B80-4620-914C-2FBF090B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27CF00-306D-4D1E-8465-043FD4AE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50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6B6B7-87DD-41B0-9910-55E3FF1A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D3615D-58E9-4D21-A09D-B3EAC4898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DCB7FE-C1A7-4450-9834-9C380E6C4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C17AA6-45B7-4FD4-8CEC-CD2661000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4B8075-FB4A-4C34-BB79-1CEB8B31D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E70907-6645-4C32-B61C-1B14513DD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2FE6B6-B8DD-4B8A-97BC-71B66FB69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FBCBC3-E024-4341-9F26-891638B4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26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CD7D3-F664-49C3-8822-A1FC19DA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E5A647-EC48-40ED-AF7E-33AFB80D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C710CA-1D38-4302-94E6-6A8F31B0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006F1F-594E-4F38-8588-CCC86531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D4F1A6-4D36-4433-8F24-7822387AC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843732-ED19-41D8-9C2A-EF7CDDFF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133B9A-E7B0-44FB-A4ED-6DCB161AE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99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066BC-B8CE-4386-8664-A62C3CF36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CC255E-CA4E-4C2B-94F5-E4833E54C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0DC224-1DB1-4D60-A44B-2BBEDAFCF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D52D40-DBFC-4D97-BCA9-5CF8085F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FB1819-A6D3-4D94-BA98-6FC07A9D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B49457-3B9D-4AE9-98B0-3CCE98D1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50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4434B-1075-45A4-983C-3B49BA89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55E6DC-8D98-424F-9C48-8A1665EF33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F8292D-65C6-4138-8446-B289BEE26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043ED2-1553-4CCD-9815-6FB39739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2C9306-C03F-4190-BD3F-8945A8EC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BACA8A-ABD3-4DE0-8DB8-6309E5BC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80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45048-0A21-4FA1-B4E4-F33C49C18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43A7FB-297D-421A-BCC4-7F6B118F4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2A9A35-CC1D-4D2F-BE4D-FB4DDB99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52817-C2C2-4443-AEFD-919496D19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DAAF9C-4638-425B-8C70-D4570490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81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234722-EC40-42F2-B96A-F169D1FCF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EA84D4-017C-4FEC-9D34-F7BD31CE8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A960D3-69B2-4390-AE94-73FED602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55E20D-5D3E-45C5-9C9B-35D3064A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1AB0BE-9CB1-4687-9D97-1873B8B2E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44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ECDE85-2575-465F-9D1A-F716448A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6FD4B6-E742-4C4D-8637-B766CEF3F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8E8669-A6D5-491F-89F5-CD3BFC962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8D9B3-EBB9-4149-B08B-D90333B8EE85}" type="datetimeFigureOut">
              <a:rPr lang="zh-CN" altLang="en-US" smtClean="0"/>
              <a:t>2021/12/31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4A10FF-75D2-474D-9CD3-9A4021B59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044686-5BBE-40D9-890E-34DE6B3FD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A46FB-07FB-4255-97D1-E15BEA4B7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86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5A3FC-9519-40DD-90F2-93B653FDA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82452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FF0000"/>
                </a:solidFill>
              </a:rPr>
              <a:t>概率统计习题课（三）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DDD880-F440-4529-8F24-85A22CD34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64350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2020.1</a:t>
            </a:r>
            <a:r>
              <a:rPr lang="zh-CN" altLang="en-US" sz="3600" b="1" dirty="0">
                <a:solidFill>
                  <a:srgbClr val="FF0000"/>
                </a:solidFill>
              </a:rPr>
              <a:t>考试题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D190C4-E1C5-4087-9A16-F3B36DA754BA}"/>
              </a:ext>
            </a:extLst>
          </p:cNvPr>
          <p:cNvSpPr txBox="1"/>
          <p:nvPr/>
        </p:nvSpPr>
        <p:spPr>
          <a:xfrm>
            <a:off x="4770638" y="4993240"/>
            <a:ext cx="2957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2021.12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81069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156AAA8-64D0-401D-8FC0-D9A764C28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3" y="359597"/>
            <a:ext cx="10075615" cy="17568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C6598C4-E86B-4814-A032-D30C78A10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43" y="3429000"/>
            <a:ext cx="9832368" cy="238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0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4AAC54-C24A-4FC4-B9BF-A5F586E86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66" y="1"/>
            <a:ext cx="10438544" cy="22089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7F50F2-6490-406C-ABA8-9F7DFAE6C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3" y="3441548"/>
            <a:ext cx="10800103" cy="233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93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60037F-2FD0-4513-965E-96ED55EBC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93" y="164387"/>
            <a:ext cx="10610336" cy="16952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161E59-27D3-400E-A6A0-2920F5AEA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93" y="2989779"/>
            <a:ext cx="10304979" cy="200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7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855F48-9994-4DFA-AE99-5F93AB59A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24" y="246581"/>
            <a:ext cx="9627727" cy="141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79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733D11-03F3-4E89-86F5-D8BDCBCFF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63" y="113017"/>
            <a:ext cx="10828961" cy="27123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BA1246-4F10-4C6E-B7FF-A13A7ED20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3" y="4119937"/>
            <a:ext cx="10109771" cy="156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6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3E46CF-5225-46C3-BF4F-5864C484A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51" y="0"/>
            <a:ext cx="10972800" cy="228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50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D8FBD1-DD8E-4954-A43A-87774A159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61" y="164387"/>
            <a:ext cx="8465905" cy="340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44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D6C4E9-B82F-4B56-BBEC-758359D1D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62" y="102743"/>
            <a:ext cx="9051532" cy="441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5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742DD17-7161-4806-BAD3-6348069D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43" y="147574"/>
            <a:ext cx="10613204" cy="120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36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8BD91DC-2232-4E1B-B09B-68084B8A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8" y="0"/>
            <a:ext cx="10202238" cy="287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70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537C616-4A2A-49E0-B5FB-E17597F1A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7" y="154112"/>
            <a:ext cx="9637160" cy="366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85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B09B83-1970-4881-A8DA-9D4E373C2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54" y="0"/>
            <a:ext cx="9678256" cy="300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59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F9906F-F4CE-4581-896E-D7A6A7607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1" y="133565"/>
            <a:ext cx="9795448" cy="318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67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E39A092-9CB0-494A-99F2-6642AA558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6" y="0"/>
            <a:ext cx="9010436" cy="169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87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D0422EB-5978-4064-99AF-DEA11A204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33" y="154112"/>
            <a:ext cx="9873465" cy="532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36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8CAFBD-36C4-43E4-BB3F-2C82B84DC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02" y="0"/>
            <a:ext cx="10839235" cy="18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75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7CB0915-9458-4018-B133-C98DCF3CF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69" y="0"/>
            <a:ext cx="9750175" cy="644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7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7422D8-556D-4BEB-8186-645D18694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61" y="-154112"/>
            <a:ext cx="8507002" cy="285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13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B83A5C-FADB-4580-B7D6-5577AE98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0" y="1"/>
            <a:ext cx="9852917" cy="447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585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A919CE-E3F8-4EF9-9EB6-6D755FFC5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21" y="0"/>
            <a:ext cx="9039693" cy="432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99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B210E1F-DED7-4D66-955C-668335767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83" y="113016"/>
            <a:ext cx="9082836" cy="535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59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7C7929C-DE76-41D9-92F6-878536CBC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73" y="102742"/>
            <a:ext cx="9770724" cy="587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47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宽屏</PresentationFormat>
  <Paragraphs>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等线</vt:lpstr>
      <vt:lpstr>等线 Light</vt:lpstr>
      <vt:lpstr>Arial</vt:lpstr>
      <vt:lpstr>Office 主题​​</vt:lpstr>
      <vt:lpstr>概率统计习题课（三）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概率统计习题课（三）</dc:title>
  <dc:creator>mei</dc:creator>
  <cp:lastModifiedBy>Windows 用户</cp:lastModifiedBy>
  <cp:revision>9</cp:revision>
  <dcterms:created xsi:type="dcterms:W3CDTF">2021-12-25T07:49:50Z</dcterms:created>
  <dcterms:modified xsi:type="dcterms:W3CDTF">2021-12-31T01:01:57Z</dcterms:modified>
</cp:coreProperties>
</file>