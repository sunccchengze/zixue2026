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1"/>
  </p:notesMasterIdLst>
  <p:handoutMasterIdLst>
    <p:handoutMasterId r:id="rId12"/>
  </p:handoutMasterIdLst>
  <p:sldIdLst>
    <p:sldId id="278" r:id="rId2"/>
    <p:sldId id="258" r:id="rId3"/>
    <p:sldId id="269" r:id="rId4"/>
    <p:sldId id="259" r:id="rId5"/>
    <p:sldId id="260" r:id="rId6"/>
    <p:sldId id="262" r:id="rId7"/>
    <p:sldId id="274" r:id="rId8"/>
    <p:sldId id="268" r:id="rId9"/>
    <p:sldId id="275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B5ED"/>
    <a:srgbClr val="1A8AB8"/>
    <a:srgbClr val="014E7A"/>
    <a:srgbClr val="35A8DE"/>
    <a:srgbClr val="023552"/>
    <a:srgbClr val="9FDAE8"/>
    <a:srgbClr val="595959"/>
    <a:srgbClr val="B3B3B3"/>
    <a:srgbClr val="33584F"/>
    <a:srgbClr val="7F6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23FC1-E3CC-4DA7-964A-F7B94155A6C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9C6B3-E236-47D5-A104-83BD31685D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241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92DE1-07ED-4300-A70F-79E6A9BC068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A2CCF-3A2C-42BE-AD21-502C6075C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99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 userDrawn="1"/>
        </p:nvSpPr>
        <p:spPr>
          <a:xfrm>
            <a:off x="0" y="-12608"/>
            <a:ext cx="9144000" cy="4451049"/>
          </a:xfrm>
          <a:prstGeom prst="rect">
            <a:avLst/>
          </a:prstGeom>
          <a:solidFill>
            <a:srgbClr val="77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102" name="组合 101"/>
          <p:cNvGrpSpPr/>
          <p:nvPr userDrawn="1"/>
        </p:nvGrpSpPr>
        <p:grpSpPr>
          <a:xfrm>
            <a:off x="7747906" y="2220686"/>
            <a:ext cx="622587" cy="2165674"/>
            <a:chOff x="9014328" y="1832323"/>
            <a:chExt cx="606897" cy="2623912"/>
          </a:xfrm>
          <a:effectLst>
            <a:outerShdw blurRad="203200" dist="63500" dir="114000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0" name="任意多边形 79"/>
            <p:cNvSpPr/>
            <p:nvPr userDrawn="1"/>
          </p:nvSpPr>
          <p:spPr>
            <a:xfrm>
              <a:off x="9067339" y="1832323"/>
              <a:ext cx="500871" cy="677847"/>
            </a:xfrm>
            <a:custGeom>
              <a:avLst/>
              <a:gdLst>
                <a:gd name="connsiteX0" fmla="*/ 900837 w 1801674"/>
                <a:gd name="connsiteY0" fmla="*/ 0 h 2157026"/>
                <a:gd name="connsiteX1" fmla="*/ 1174959 w 1801674"/>
                <a:gd name="connsiteY1" fmla="*/ 786370 h 2157026"/>
                <a:gd name="connsiteX2" fmla="*/ 1057429 w 1801674"/>
                <a:gd name="connsiteY2" fmla="*/ 1002068 h 2157026"/>
                <a:gd name="connsiteX3" fmla="*/ 1801674 w 1801674"/>
                <a:gd name="connsiteY3" fmla="*/ 1564836 h 2157026"/>
                <a:gd name="connsiteX4" fmla="*/ 1277139 w 1801674"/>
                <a:gd name="connsiteY4" fmla="*/ 1564836 h 2157026"/>
                <a:gd name="connsiteX5" fmla="*/ 1425186 w 1801674"/>
                <a:gd name="connsiteY5" fmla="*/ 2157026 h 2157026"/>
                <a:gd name="connsiteX6" fmla="*/ 384210 w 1801674"/>
                <a:gd name="connsiteY6" fmla="*/ 2157026 h 2157026"/>
                <a:gd name="connsiteX7" fmla="*/ 532258 w 1801674"/>
                <a:gd name="connsiteY7" fmla="*/ 1564836 h 2157026"/>
                <a:gd name="connsiteX8" fmla="*/ 0 w 1801674"/>
                <a:gd name="connsiteY8" fmla="*/ 1564836 h 2157026"/>
                <a:gd name="connsiteX9" fmla="*/ 744245 w 1801674"/>
                <a:gd name="connsiteY9" fmla="*/ 1002068 h 2157026"/>
                <a:gd name="connsiteX10" fmla="*/ 626715 w 1801674"/>
                <a:gd name="connsiteY10" fmla="*/ 786370 h 2157026"/>
                <a:gd name="connsiteX0" fmla="*/ 900837 w 1801674"/>
                <a:gd name="connsiteY0" fmla="*/ 0 h 2157026"/>
                <a:gd name="connsiteX1" fmla="*/ 1174959 w 1801674"/>
                <a:gd name="connsiteY1" fmla="*/ 786370 h 2157026"/>
                <a:gd name="connsiteX2" fmla="*/ 1057429 w 1801674"/>
                <a:gd name="connsiteY2" fmla="*/ 1002068 h 2157026"/>
                <a:gd name="connsiteX3" fmla="*/ 1801674 w 1801674"/>
                <a:gd name="connsiteY3" fmla="*/ 1564836 h 2157026"/>
                <a:gd name="connsiteX4" fmla="*/ 1277139 w 1801674"/>
                <a:gd name="connsiteY4" fmla="*/ 1564836 h 2157026"/>
                <a:gd name="connsiteX5" fmla="*/ 1425186 w 1801674"/>
                <a:gd name="connsiteY5" fmla="*/ 2157026 h 2157026"/>
                <a:gd name="connsiteX6" fmla="*/ 469423 w 1801674"/>
                <a:gd name="connsiteY6" fmla="*/ 2157026 h 2157026"/>
                <a:gd name="connsiteX7" fmla="*/ 532258 w 1801674"/>
                <a:gd name="connsiteY7" fmla="*/ 1564836 h 2157026"/>
                <a:gd name="connsiteX8" fmla="*/ 0 w 1801674"/>
                <a:gd name="connsiteY8" fmla="*/ 1564836 h 2157026"/>
                <a:gd name="connsiteX9" fmla="*/ 744245 w 1801674"/>
                <a:gd name="connsiteY9" fmla="*/ 1002068 h 2157026"/>
                <a:gd name="connsiteX10" fmla="*/ 626715 w 1801674"/>
                <a:gd name="connsiteY10" fmla="*/ 786370 h 2157026"/>
                <a:gd name="connsiteX11" fmla="*/ 900837 w 1801674"/>
                <a:gd name="connsiteY11" fmla="*/ 0 h 2157026"/>
                <a:gd name="connsiteX0" fmla="*/ 900837 w 1801674"/>
                <a:gd name="connsiteY0" fmla="*/ 0 h 2172317"/>
                <a:gd name="connsiteX1" fmla="*/ 1174959 w 1801674"/>
                <a:gd name="connsiteY1" fmla="*/ 786370 h 2172317"/>
                <a:gd name="connsiteX2" fmla="*/ 1057429 w 1801674"/>
                <a:gd name="connsiteY2" fmla="*/ 1002068 h 2172317"/>
                <a:gd name="connsiteX3" fmla="*/ 1801674 w 1801674"/>
                <a:gd name="connsiteY3" fmla="*/ 1564836 h 2172317"/>
                <a:gd name="connsiteX4" fmla="*/ 1277139 w 1801674"/>
                <a:gd name="connsiteY4" fmla="*/ 1564836 h 2172317"/>
                <a:gd name="connsiteX5" fmla="*/ 1305888 w 1801674"/>
                <a:gd name="connsiteY5" fmla="*/ 2172317 h 2172317"/>
                <a:gd name="connsiteX6" fmla="*/ 469423 w 1801674"/>
                <a:gd name="connsiteY6" fmla="*/ 2157026 h 2172317"/>
                <a:gd name="connsiteX7" fmla="*/ 532258 w 1801674"/>
                <a:gd name="connsiteY7" fmla="*/ 1564836 h 2172317"/>
                <a:gd name="connsiteX8" fmla="*/ 0 w 1801674"/>
                <a:gd name="connsiteY8" fmla="*/ 1564836 h 2172317"/>
                <a:gd name="connsiteX9" fmla="*/ 744245 w 1801674"/>
                <a:gd name="connsiteY9" fmla="*/ 1002068 h 2172317"/>
                <a:gd name="connsiteX10" fmla="*/ 626715 w 1801674"/>
                <a:gd name="connsiteY10" fmla="*/ 786370 h 2172317"/>
                <a:gd name="connsiteX11" fmla="*/ 900837 w 1801674"/>
                <a:gd name="connsiteY11" fmla="*/ 0 h 2172317"/>
                <a:gd name="connsiteX0" fmla="*/ 900837 w 1801674"/>
                <a:gd name="connsiteY0" fmla="*/ 0 h 2187608"/>
                <a:gd name="connsiteX1" fmla="*/ 1174959 w 1801674"/>
                <a:gd name="connsiteY1" fmla="*/ 786370 h 2187608"/>
                <a:gd name="connsiteX2" fmla="*/ 1057429 w 1801674"/>
                <a:gd name="connsiteY2" fmla="*/ 1002068 h 2187608"/>
                <a:gd name="connsiteX3" fmla="*/ 1801674 w 1801674"/>
                <a:gd name="connsiteY3" fmla="*/ 1564836 h 2187608"/>
                <a:gd name="connsiteX4" fmla="*/ 1277139 w 1801674"/>
                <a:gd name="connsiteY4" fmla="*/ 1564836 h 2187608"/>
                <a:gd name="connsiteX5" fmla="*/ 1305888 w 1801674"/>
                <a:gd name="connsiteY5" fmla="*/ 2172317 h 2187608"/>
                <a:gd name="connsiteX6" fmla="*/ 486466 w 1801674"/>
                <a:gd name="connsiteY6" fmla="*/ 2187608 h 2187608"/>
                <a:gd name="connsiteX7" fmla="*/ 532258 w 1801674"/>
                <a:gd name="connsiteY7" fmla="*/ 1564836 h 2187608"/>
                <a:gd name="connsiteX8" fmla="*/ 0 w 1801674"/>
                <a:gd name="connsiteY8" fmla="*/ 1564836 h 2187608"/>
                <a:gd name="connsiteX9" fmla="*/ 744245 w 1801674"/>
                <a:gd name="connsiteY9" fmla="*/ 1002068 h 2187608"/>
                <a:gd name="connsiteX10" fmla="*/ 626715 w 1801674"/>
                <a:gd name="connsiteY10" fmla="*/ 786370 h 2187608"/>
                <a:gd name="connsiteX11" fmla="*/ 900837 w 1801674"/>
                <a:gd name="connsiteY11" fmla="*/ 0 h 218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1674" h="2187608">
                  <a:moveTo>
                    <a:pt x="900837" y="0"/>
                  </a:moveTo>
                  <a:lnTo>
                    <a:pt x="1174959" y="786370"/>
                  </a:lnTo>
                  <a:lnTo>
                    <a:pt x="1057429" y="1002068"/>
                  </a:lnTo>
                  <a:lnTo>
                    <a:pt x="1801674" y="1564836"/>
                  </a:lnTo>
                  <a:lnTo>
                    <a:pt x="1277139" y="1564836"/>
                  </a:lnTo>
                  <a:lnTo>
                    <a:pt x="1305888" y="2172317"/>
                  </a:lnTo>
                  <a:lnTo>
                    <a:pt x="486466" y="2187608"/>
                  </a:lnTo>
                  <a:lnTo>
                    <a:pt x="532258" y="1564836"/>
                  </a:lnTo>
                  <a:lnTo>
                    <a:pt x="0" y="1564836"/>
                  </a:lnTo>
                  <a:lnTo>
                    <a:pt x="744245" y="1002068"/>
                  </a:lnTo>
                  <a:lnTo>
                    <a:pt x="626715" y="786370"/>
                  </a:lnTo>
                  <a:lnTo>
                    <a:pt x="90083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梯形 59"/>
            <p:cNvSpPr/>
            <p:nvPr userDrawn="1"/>
          </p:nvSpPr>
          <p:spPr>
            <a:xfrm>
              <a:off x="9014328" y="2510170"/>
              <a:ext cx="606897" cy="1928271"/>
            </a:xfrm>
            <a:prstGeom prst="trapezoid">
              <a:avLst/>
            </a:prstGeom>
            <a:gradFill>
              <a:gsLst>
                <a:gs pos="0">
                  <a:srgbClr val="FBFBFB"/>
                </a:gs>
                <a:gs pos="100000">
                  <a:srgbClr val="CBCFD0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1" name="流程图: 延期 60"/>
            <p:cNvSpPr/>
            <p:nvPr userDrawn="1"/>
          </p:nvSpPr>
          <p:spPr>
            <a:xfrm rot="16200000">
              <a:off x="8980506" y="4031805"/>
              <a:ext cx="657183" cy="191677"/>
            </a:xfrm>
            <a:custGeom>
              <a:avLst/>
              <a:gdLst>
                <a:gd name="connsiteX0" fmla="*/ 0 w 961281"/>
                <a:gd name="connsiteY0" fmla="*/ 0 h 372318"/>
                <a:gd name="connsiteX1" fmla="*/ 480641 w 961281"/>
                <a:gd name="connsiteY1" fmla="*/ 0 h 372318"/>
                <a:gd name="connsiteX2" fmla="*/ 961282 w 961281"/>
                <a:gd name="connsiteY2" fmla="*/ 186159 h 372318"/>
                <a:gd name="connsiteX3" fmla="*/ 480641 w 961281"/>
                <a:gd name="connsiteY3" fmla="*/ 372318 h 372318"/>
                <a:gd name="connsiteX4" fmla="*/ 0 w 961281"/>
                <a:gd name="connsiteY4" fmla="*/ 372318 h 372318"/>
                <a:gd name="connsiteX5" fmla="*/ 0 w 961281"/>
                <a:gd name="connsiteY5" fmla="*/ 0 h 372318"/>
                <a:gd name="connsiteX0" fmla="*/ 0 w 967112"/>
                <a:gd name="connsiteY0" fmla="*/ 0 h 372321"/>
                <a:gd name="connsiteX1" fmla="*/ 480641 w 967112"/>
                <a:gd name="connsiteY1" fmla="*/ 0 h 372321"/>
                <a:gd name="connsiteX2" fmla="*/ 961282 w 967112"/>
                <a:gd name="connsiteY2" fmla="*/ 186159 h 372321"/>
                <a:gd name="connsiteX3" fmla="*/ 652091 w 967112"/>
                <a:gd name="connsiteY3" fmla="*/ 372321 h 372321"/>
                <a:gd name="connsiteX4" fmla="*/ 0 w 967112"/>
                <a:gd name="connsiteY4" fmla="*/ 372318 h 372321"/>
                <a:gd name="connsiteX5" fmla="*/ 0 w 967112"/>
                <a:gd name="connsiteY5" fmla="*/ 0 h 372321"/>
                <a:gd name="connsiteX0" fmla="*/ 0 w 961321"/>
                <a:gd name="connsiteY0" fmla="*/ 9523 h 381844"/>
                <a:gd name="connsiteX1" fmla="*/ 642566 w 961321"/>
                <a:gd name="connsiteY1" fmla="*/ 0 h 381844"/>
                <a:gd name="connsiteX2" fmla="*/ 961282 w 961321"/>
                <a:gd name="connsiteY2" fmla="*/ 195682 h 381844"/>
                <a:gd name="connsiteX3" fmla="*/ 652091 w 961321"/>
                <a:gd name="connsiteY3" fmla="*/ 381844 h 381844"/>
                <a:gd name="connsiteX4" fmla="*/ 0 w 961321"/>
                <a:gd name="connsiteY4" fmla="*/ 381841 h 381844"/>
                <a:gd name="connsiteX5" fmla="*/ 0 w 961321"/>
                <a:gd name="connsiteY5" fmla="*/ 9523 h 381844"/>
                <a:gd name="connsiteX0" fmla="*/ 0 w 965812"/>
                <a:gd name="connsiteY0" fmla="*/ 9520 h 381841"/>
                <a:gd name="connsiteX1" fmla="*/ 718766 w 965812"/>
                <a:gd name="connsiteY1" fmla="*/ 0 h 381841"/>
                <a:gd name="connsiteX2" fmla="*/ 961282 w 965812"/>
                <a:gd name="connsiteY2" fmla="*/ 195679 h 381841"/>
                <a:gd name="connsiteX3" fmla="*/ 652091 w 965812"/>
                <a:gd name="connsiteY3" fmla="*/ 381841 h 381841"/>
                <a:gd name="connsiteX4" fmla="*/ 0 w 965812"/>
                <a:gd name="connsiteY4" fmla="*/ 381838 h 381841"/>
                <a:gd name="connsiteX5" fmla="*/ 0 w 965812"/>
                <a:gd name="connsiteY5" fmla="*/ 9520 h 381841"/>
                <a:gd name="connsiteX0" fmla="*/ 0 w 963145"/>
                <a:gd name="connsiteY0" fmla="*/ 9520 h 381844"/>
                <a:gd name="connsiteX1" fmla="*/ 718766 w 963145"/>
                <a:gd name="connsiteY1" fmla="*/ 0 h 381844"/>
                <a:gd name="connsiteX2" fmla="*/ 961282 w 963145"/>
                <a:gd name="connsiteY2" fmla="*/ 195679 h 381844"/>
                <a:gd name="connsiteX3" fmla="*/ 728291 w 963145"/>
                <a:gd name="connsiteY3" fmla="*/ 381844 h 381844"/>
                <a:gd name="connsiteX4" fmla="*/ 0 w 963145"/>
                <a:gd name="connsiteY4" fmla="*/ 381838 h 381844"/>
                <a:gd name="connsiteX5" fmla="*/ 0 w 963145"/>
                <a:gd name="connsiteY5" fmla="*/ 9520 h 381844"/>
                <a:gd name="connsiteX0" fmla="*/ 0 w 990114"/>
                <a:gd name="connsiteY0" fmla="*/ 9520 h 381844"/>
                <a:gd name="connsiteX1" fmla="*/ 718766 w 990114"/>
                <a:gd name="connsiteY1" fmla="*/ 0 h 381844"/>
                <a:gd name="connsiteX2" fmla="*/ 989857 w 990114"/>
                <a:gd name="connsiteY2" fmla="*/ 195682 h 381844"/>
                <a:gd name="connsiteX3" fmla="*/ 728291 w 990114"/>
                <a:gd name="connsiteY3" fmla="*/ 381844 h 381844"/>
                <a:gd name="connsiteX4" fmla="*/ 0 w 990114"/>
                <a:gd name="connsiteY4" fmla="*/ 381838 h 381844"/>
                <a:gd name="connsiteX5" fmla="*/ 0 w 990114"/>
                <a:gd name="connsiteY5" fmla="*/ 9520 h 38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114" h="381844">
                  <a:moveTo>
                    <a:pt x="0" y="9520"/>
                  </a:moveTo>
                  <a:lnTo>
                    <a:pt x="718766" y="0"/>
                  </a:lnTo>
                  <a:cubicBezTo>
                    <a:pt x="984217" y="0"/>
                    <a:pt x="988270" y="132041"/>
                    <a:pt x="989857" y="195682"/>
                  </a:cubicBezTo>
                  <a:cubicBezTo>
                    <a:pt x="991445" y="259323"/>
                    <a:pt x="993742" y="381844"/>
                    <a:pt x="728291" y="381844"/>
                  </a:cubicBezTo>
                  <a:lnTo>
                    <a:pt x="0" y="381838"/>
                  </a:lnTo>
                  <a:lnTo>
                    <a:pt x="0" y="9520"/>
                  </a:lnTo>
                  <a:close/>
                </a:path>
              </a:pathLst>
            </a:custGeom>
            <a:solidFill>
              <a:srgbClr val="7B7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3" name="梯形 72"/>
            <p:cNvSpPr/>
            <p:nvPr userDrawn="1"/>
          </p:nvSpPr>
          <p:spPr>
            <a:xfrm>
              <a:off x="9230611" y="2319681"/>
              <a:ext cx="174325" cy="190489"/>
            </a:xfrm>
            <a:custGeom>
              <a:avLst/>
              <a:gdLst>
                <a:gd name="connsiteX0" fmla="*/ 0 w 152932"/>
                <a:gd name="connsiteY0" fmla="*/ 185113 h 185113"/>
                <a:gd name="connsiteX1" fmla="*/ 38233 w 152932"/>
                <a:gd name="connsiteY1" fmla="*/ 0 h 185113"/>
                <a:gd name="connsiteX2" fmla="*/ 114699 w 152932"/>
                <a:gd name="connsiteY2" fmla="*/ 0 h 185113"/>
                <a:gd name="connsiteX3" fmla="*/ 152932 w 152932"/>
                <a:gd name="connsiteY3" fmla="*/ 185113 h 185113"/>
                <a:gd name="connsiteX4" fmla="*/ 0 w 152932"/>
                <a:gd name="connsiteY4" fmla="*/ 185113 h 185113"/>
                <a:gd name="connsiteX0" fmla="*/ 0 w 152932"/>
                <a:gd name="connsiteY0" fmla="*/ 185113 h 185113"/>
                <a:gd name="connsiteX1" fmla="*/ 14544 w 152932"/>
                <a:gd name="connsiteY1" fmla="*/ 0 h 185113"/>
                <a:gd name="connsiteX2" fmla="*/ 114699 w 152932"/>
                <a:gd name="connsiteY2" fmla="*/ 0 h 185113"/>
                <a:gd name="connsiteX3" fmla="*/ 152932 w 152932"/>
                <a:gd name="connsiteY3" fmla="*/ 185113 h 185113"/>
                <a:gd name="connsiteX4" fmla="*/ 0 w 152932"/>
                <a:gd name="connsiteY4" fmla="*/ 185113 h 185113"/>
                <a:gd name="connsiteX0" fmla="*/ 0 w 152932"/>
                <a:gd name="connsiteY0" fmla="*/ 185113 h 185113"/>
                <a:gd name="connsiteX1" fmla="*/ 14544 w 152932"/>
                <a:gd name="connsiteY1" fmla="*/ 0 h 185113"/>
                <a:gd name="connsiteX2" fmla="*/ 147864 w 152932"/>
                <a:gd name="connsiteY2" fmla="*/ 9476 h 185113"/>
                <a:gd name="connsiteX3" fmla="*/ 152932 w 152932"/>
                <a:gd name="connsiteY3" fmla="*/ 185113 h 185113"/>
                <a:gd name="connsiteX4" fmla="*/ 0 w 152932"/>
                <a:gd name="connsiteY4" fmla="*/ 185113 h 185113"/>
                <a:gd name="connsiteX0" fmla="*/ 0 w 152932"/>
                <a:gd name="connsiteY0" fmla="*/ 175637 h 175637"/>
                <a:gd name="connsiteX1" fmla="*/ 5068 w 152932"/>
                <a:gd name="connsiteY1" fmla="*/ 4737 h 175637"/>
                <a:gd name="connsiteX2" fmla="*/ 147864 w 152932"/>
                <a:gd name="connsiteY2" fmla="*/ 0 h 175637"/>
                <a:gd name="connsiteX3" fmla="*/ 152932 w 152932"/>
                <a:gd name="connsiteY3" fmla="*/ 175637 h 175637"/>
                <a:gd name="connsiteX4" fmla="*/ 0 w 152932"/>
                <a:gd name="connsiteY4" fmla="*/ 175637 h 175637"/>
                <a:gd name="connsiteX0" fmla="*/ 0 w 162408"/>
                <a:gd name="connsiteY0" fmla="*/ 175637 h 175637"/>
                <a:gd name="connsiteX1" fmla="*/ 14544 w 162408"/>
                <a:gd name="connsiteY1" fmla="*/ 4737 h 175637"/>
                <a:gd name="connsiteX2" fmla="*/ 157340 w 162408"/>
                <a:gd name="connsiteY2" fmla="*/ 0 h 175637"/>
                <a:gd name="connsiteX3" fmla="*/ 162408 w 162408"/>
                <a:gd name="connsiteY3" fmla="*/ 175637 h 175637"/>
                <a:gd name="connsiteX4" fmla="*/ 0 w 162408"/>
                <a:gd name="connsiteY4" fmla="*/ 175637 h 175637"/>
                <a:gd name="connsiteX0" fmla="*/ 0 w 179199"/>
                <a:gd name="connsiteY0" fmla="*/ 175637 h 197296"/>
                <a:gd name="connsiteX1" fmla="*/ 14544 w 179199"/>
                <a:gd name="connsiteY1" fmla="*/ 4737 h 197296"/>
                <a:gd name="connsiteX2" fmla="*/ 157340 w 179199"/>
                <a:gd name="connsiteY2" fmla="*/ 0 h 197296"/>
                <a:gd name="connsiteX3" fmla="*/ 162408 w 179199"/>
                <a:gd name="connsiteY3" fmla="*/ 175637 h 197296"/>
                <a:gd name="connsiteX4" fmla="*/ 0 w 179199"/>
                <a:gd name="connsiteY4" fmla="*/ 175637 h 197296"/>
                <a:gd name="connsiteX0" fmla="*/ 13142 w 192341"/>
                <a:gd name="connsiteY0" fmla="*/ 175637 h 197296"/>
                <a:gd name="connsiteX1" fmla="*/ 27686 w 192341"/>
                <a:gd name="connsiteY1" fmla="*/ 4737 h 197296"/>
                <a:gd name="connsiteX2" fmla="*/ 170482 w 192341"/>
                <a:gd name="connsiteY2" fmla="*/ 0 h 197296"/>
                <a:gd name="connsiteX3" fmla="*/ 175550 w 192341"/>
                <a:gd name="connsiteY3" fmla="*/ 175637 h 197296"/>
                <a:gd name="connsiteX4" fmla="*/ 13142 w 192341"/>
                <a:gd name="connsiteY4" fmla="*/ 175637 h 197296"/>
                <a:gd name="connsiteX0" fmla="*/ 13142 w 200856"/>
                <a:gd name="connsiteY0" fmla="*/ 175649 h 197308"/>
                <a:gd name="connsiteX1" fmla="*/ 27686 w 200856"/>
                <a:gd name="connsiteY1" fmla="*/ 4749 h 197308"/>
                <a:gd name="connsiteX2" fmla="*/ 170482 w 200856"/>
                <a:gd name="connsiteY2" fmla="*/ 12 h 197308"/>
                <a:gd name="connsiteX3" fmla="*/ 175550 w 200856"/>
                <a:gd name="connsiteY3" fmla="*/ 175649 h 197308"/>
                <a:gd name="connsiteX4" fmla="*/ 13142 w 200856"/>
                <a:gd name="connsiteY4" fmla="*/ 175649 h 197308"/>
                <a:gd name="connsiteX0" fmla="*/ 19868 w 207582"/>
                <a:gd name="connsiteY0" fmla="*/ 175649 h 197308"/>
                <a:gd name="connsiteX1" fmla="*/ 34412 w 207582"/>
                <a:gd name="connsiteY1" fmla="*/ 4749 h 197308"/>
                <a:gd name="connsiteX2" fmla="*/ 177208 w 207582"/>
                <a:gd name="connsiteY2" fmla="*/ 12 h 197308"/>
                <a:gd name="connsiteX3" fmla="*/ 182276 w 207582"/>
                <a:gd name="connsiteY3" fmla="*/ 175649 h 197308"/>
                <a:gd name="connsiteX4" fmla="*/ 19868 w 207582"/>
                <a:gd name="connsiteY4" fmla="*/ 175649 h 197308"/>
                <a:gd name="connsiteX0" fmla="*/ 9892 w 187836"/>
                <a:gd name="connsiteY0" fmla="*/ 184582 h 205368"/>
                <a:gd name="connsiteX1" fmla="*/ 48125 w 187836"/>
                <a:gd name="connsiteY1" fmla="*/ 27896 h 205368"/>
                <a:gd name="connsiteX2" fmla="*/ 167232 w 187836"/>
                <a:gd name="connsiteY2" fmla="*/ 8945 h 205368"/>
                <a:gd name="connsiteX3" fmla="*/ 172300 w 187836"/>
                <a:gd name="connsiteY3" fmla="*/ 184582 h 205368"/>
                <a:gd name="connsiteX4" fmla="*/ 9892 w 187836"/>
                <a:gd name="connsiteY4" fmla="*/ 184582 h 205368"/>
                <a:gd name="connsiteX0" fmla="*/ 5959 w 174325"/>
                <a:gd name="connsiteY0" fmla="*/ 171492 h 190489"/>
                <a:gd name="connsiteX1" fmla="*/ 44192 w 174325"/>
                <a:gd name="connsiteY1" fmla="*/ 14806 h 190489"/>
                <a:gd name="connsiteX2" fmla="*/ 130134 w 174325"/>
                <a:gd name="connsiteY2" fmla="*/ 24282 h 190489"/>
                <a:gd name="connsiteX3" fmla="*/ 168367 w 174325"/>
                <a:gd name="connsiteY3" fmla="*/ 171492 h 190489"/>
                <a:gd name="connsiteX4" fmla="*/ 5959 w 174325"/>
                <a:gd name="connsiteY4" fmla="*/ 171492 h 19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25" h="190489">
                  <a:moveTo>
                    <a:pt x="5959" y="171492"/>
                  </a:moveTo>
                  <a:cubicBezTo>
                    <a:pt x="-14737" y="145378"/>
                    <a:pt x="23496" y="39341"/>
                    <a:pt x="44192" y="14806"/>
                  </a:cubicBezTo>
                  <a:cubicBezTo>
                    <a:pt x="64888" y="-9729"/>
                    <a:pt x="109438" y="-1832"/>
                    <a:pt x="130134" y="24282"/>
                  </a:cubicBezTo>
                  <a:cubicBezTo>
                    <a:pt x="150830" y="50396"/>
                    <a:pt x="189063" y="146957"/>
                    <a:pt x="168367" y="171492"/>
                  </a:cubicBezTo>
                  <a:cubicBezTo>
                    <a:pt x="147671" y="196027"/>
                    <a:pt x="26655" y="197606"/>
                    <a:pt x="5959" y="171492"/>
                  </a:cubicBezTo>
                  <a:close/>
                </a:path>
              </a:pathLst>
            </a:custGeom>
            <a:solidFill>
              <a:srgbClr val="7B7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1" name="爆炸形 1 80"/>
            <p:cNvSpPr/>
            <p:nvPr userDrawn="1"/>
          </p:nvSpPr>
          <p:spPr>
            <a:xfrm>
              <a:off x="9246250" y="2341775"/>
              <a:ext cx="143045" cy="171593"/>
            </a:xfrm>
            <a:prstGeom prst="irregularSeal1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2" name="矩形 51"/>
          <p:cNvSpPr/>
          <p:nvPr userDrawn="1"/>
        </p:nvSpPr>
        <p:spPr>
          <a:xfrm>
            <a:off x="0" y="4357211"/>
            <a:ext cx="9144000" cy="2406952"/>
          </a:xfrm>
          <a:prstGeom prst="rect">
            <a:avLst/>
          </a:prstGeom>
          <a:solidFill>
            <a:srgbClr val="2FA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0" y="6446537"/>
            <a:ext cx="9144000" cy="439598"/>
            <a:chOff x="0" y="6418402"/>
            <a:chExt cx="12192000" cy="439598"/>
          </a:xfrm>
          <a:solidFill>
            <a:srgbClr val="D4D8D9"/>
          </a:solidFill>
        </p:grpSpPr>
        <p:sp>
          <p:nvSpPr>
            <p:cNvPr id="4" name="矩形 3"/>
            <p:cNvSpPr/>
            <p:nvPr userDrawn="1"/>
          </p:nvSpPr>
          <p:spPr>
            <a:xfrm>
              <a:off x="0" y="6554804"/>
              <a:ext cx="12192000" cy="303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椭圆 4"/>
            <p:cNvSpPr>
              <a:spLocks noChangeAspect="1"/>
            </p:cNvSpPr>
            <p:nvPr userDrawn="1"/>
          </p:nvSpPr>
          <p:spPr>
            <a:xfrm>
              <a:off x="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椭圆 5"/>
            <p:cNvSpPr>
              <a:spLocks noChangeAspect="1"/>
            </p:cNvSpPr>
            <p:nvPr userDrawn="1"/>
          </p:nvSpPr>
          <p:spPr>
            <a:xfrm>
              <a:off x="2602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椭圆 6"/>
            <p:cNvSpPr>
              <a:spLocks noChangeAspect="1"/>
            </p:cNvSpPr>
            <p:nvPr userDrawn="1"/>
          </p:nvSpPr>
          <p:spPr>
            <a:xfrm>
              <a:off x="5204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椭圆 7"/>
            <p:cNvSpPr>
              <a:spLocks noChangeAspect="1"/>
            </p:cNvSpPr>
            <p:nvPr userDrawn="1"/>
          </p:nvSpPr>
          <p:spPr>
            <a:xfrm>
              <a:off x="7807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>
              <a:spLocks noChangeAspect="1"/>
            </p:cNvSpPr>
            <p:nvPr userDrawn="1"/>
          </p:nvSpPr>
          <p:spPr>
            <a:xfrm>
              <a:off x="10409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>
              <a:spLocks noChangeAspect="1"/>
            </p:cNvSpPr>
            <p:nvPr userDrawn="1"/>
          </p:nvSpPr>
          <p:spPr>
            <a:xfrm>
              <a:off x="13012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椭圆 10"/>
            <p:cNvSpPr>
              <a:spLocks noChangeAspect="1"/>
            </p:cNvSpPr>
            <p:nvPr userDrawn="1"/>
          </p:nvSpPr>
          <p:spPr>
            <a:xfrm>
              <a:off x="15614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>
              <a:spLocks noChangeAspect="1"/>
            </p:cNvSpPr>
            <p:nvPr userDrawn="1"/>
          </p:nvSpPr>
          <p:spPr>
            <a:xfrm>
              <a:off x="18217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椭圆 12"/>
            <p:cNvSpPr>
              <a:spLocks noChangeAspect="1"/>
            </p:cNvSpPr>
            <p:nvPr userDrawn="1"/>
          </p:nvSpPr>
          <p:spPr>
            <a:xfrm>
              <a:off x="20819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>
              <a:spLocks noChangeAspect="1"/>
            </p:cNvSpPr>
            <p:nvPr userDrawn="1"/>
          </p:nvSpPr>
          <p:spPr>
            <a:xfrm>
              <a:off x="23421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>
              <a:spLocks noChangeAspect="1"/>
            </p:cNvSpPr>
            <p:nvPr userDrawn="1"/>
          </p:nvSpPr>
          <p:spPr>
            <a:xfrm>
              <a:off x="26024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>
              <a:spLocks noChangeAspect="1"/>
            </p:cNvSpPr>
            <p:nvPr userDrawn="1"/>
          </p:nvSpPr>
          <p:spPr>
            <a:xfrm>
              <a:off x="28626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" name="椭圆 16"/>
            <p:cNvSpPr>
              <a:spLocks noChangeAspect="1"/>
            </p:cNvSpPr>
            <p:nvPr userDrawn="1"/>
          </p:nvSpPr>
          <p:spPr>
            <a:xfrm>
              <a:off x="31229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8" name="椭圆 17"/>
            <p:cNvSpPr>
              <a:spLocks noChangeAspect="1"/>
            </p:cNvSpPr>
            <p:nvPr userDrawn="1"/>
          </p:nvSpPr>
          <p:spPr>
            <a:xfrm>
              <a:off x="33831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>
              <a:spLocks noChangeAspect="1"/>
            </p:cNvSpPr>
            <p:nvPr userDrawn="1"/>
          </p:nvSpPr>
          <p:spPr>
            <a:xfrm>
              <a:off x="36434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椭圆 19"/>
            <p:cNvSpPr>
              <a:spLocks noChangeAspect="1"/>
            </p:cNvSpPr>
            <p:nvPr userDrawn="1"/>
          </p:nvSpPr>
          <p:spPr>
            <a:xfrm>
              <a:off x="39036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椭圆 20"/>
            <p:cNvSpPr>
              <a:spLocks noChangeAspect="1"/>
            </p:cNvSpPr>
            <p:nvPr userDrawn="1"/>
          </p:nvSpPr>
          <p:spPr>
            <a:xfrm>
              <a:off x="41639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>
              <a:spLocks noChangeAspect="1"/>
            </p:cNvSpPr>
            <p:nvPr userDrawn="1"/>
          </p:nvSpPr>
          <p:spPr>
            <a:xfrm>
              <a:off x="44241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椭圆 22"/>
            <p:cNvSpPr>
              <a:spLocks noChangeAspect="1"/>
            </p:cNvSpPr>
            <p:nvPr userDrawn="1"/>
          </p:nvSpPr>
          <p:spPr>
            <a:xfrm>
              <a:off x="46843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>
              <a:spLocks noChangeAspect="1"/>
            </p:cNvSpPr>
            <p:nvPr userDrawn="1"/>
          </p:nvSpPr>
          <p:spPr>
            <a:xfrm>
              <a:off x="49446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>
              <a:spLocks noChangeAspect="1"/>
            </p:cNvSpPr>
            <p:nvPr userDrawn="1"/>
          </p:nvSpPr>
          <p:spPr>
            <a:xfrm>
              <a:off x="52048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椭圆 25"/>
            <p:cNvSpPr>
              <a:spLocks noChangeAspect="1"/>
            </p:cNvSpPr>
            <p:nvPr userDrawn="1"/>
          </p:nvSpPr>
          <p:spPr>
            <a:xfrm>
              <a:off x="546512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椭圆 26"/>
            <p:cNvSpPr>
              <a:spLocks noChangeAspect="1"/>
            </p:cNvSpPr>
            <p:nvPr userDrawn="1"/>
          </p:nvSpPr>
          <p:spPr>
            <a:xfrm>
              <a:off x="572536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8" name="椭圆 27"/>
            <p:cNvSpPr>
              <a:spLocks noChangeAspect="1"/>
            </p:cNvSpPr>
            <p:nvPr userDrawn="1"/>
          </p:nvSpPr>
          <p:spPr>
            <a:xfrm>
              <a:off x="598561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9" name="椭圆 28"/>
            <p:cNvSpPr>
              <a:spLocks noChangeAspect="1"/>
            </p:cNvSpPr>
            <p:nvPr userDrawn="1"/>
          </p:nvSpPr>
          <p:spPr>
            <a:xfrm>
              <a:off x="624585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椭圆 29"/>
            <p:cNvSpPr>
              <a:spLocks noChangeAspect="1"/>
            </p:cNvSpPr>
            <p:nvPr userDrawn="1"/>
          </p:nvSpPr>
          <p:spPr>
            <a:xfrm>
              <a:off x="650610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1" name="椭圆 30"/>
            <p:cNvSpPr>
              <a:spLocks noChangeAspect="1"/>
            </p:cNvSpPr>
            <p:nvPr userDrawn="1"/>
          </p:nvSpPr>
          <p:spPr>
            <a:xfrm>
              <a:off x="67663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2" name="椭圆 31"/>
            <p:cNvSpPr>
              <a:spLocks noChangeAspect="1"/>
            </p:cNvSpPr>
            <p:nvPr userDrawn="1"/>
          </p:nvSpPr>
          <p:spPr>
            <a:xfrm>
              <a:off x="70265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3" name="椭圆 32"/>
            <p:cNvSpPr>
              <a:spLocks noChangeAspect="1"/>
            </p:cNvSpPr>
            <p:nvPr userDrawn="1"/>
          </p:nvSpPr>
          <p:spPr>
            <a:xfrm>
              <a:off x="72868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4" name="椭圆 33"/>
            <p:cNvSpPr>
              <a:spLocks noChangeAspect="1"/>
            </p:cNvSpPr>
            <p:nvPr userDrawn="1"/>
          </p:nvSpPr>
          <p:spPr>
            <a:xfrm>
              <a:off x="75470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椭圆 34"/>
            <p:cNvSpPr>
              <a:spLocks noChangeAspect="1"/>
            </p:cNvSpPr>
            <p:nvPr userDrawn="1"/>
          </p:nvSpPr>
          <p:spPr>
            <a:xfrm>
              <a:off x="78073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6" name="椭圆 35"/>
            <p:cNvSpPr>
              <a:spLocks noChangeAspect="1"/>
            </p:cNvSpPr>
            <p:nvPr userDrawn="1"/>
          </p:nvSpPr>
          <p:spPr>
            <a:xfrm>
              <a:off x="80675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椭圆 36"/>
            <p:cNvSpPr>
              <a:spLocks noChangeAspect="1"/>
            </p:cNvSpPr>
            <p:nvPr userDrawn="1"/>
          </p:nvSpPr>
          <p:spPr>
            <a:xfrm>
              <a:off x="83278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椭圆 37"/>
            <p:cNvSpPr>
              <a:spLocks noChangeAspect="1"/>
            </p:cNvSpPr>
            <p:nvPr userDrawn="1"/>
          </p:nvSpPr>
          <p:spPr>
            <a:xfrm>
              <a:off x="85880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椭圆 38"/>
            <p:cNvSpPr>
              <a:spLocks noChangeAspect="1"/>
            </p:cNvSpPr>
            <p:nvPr userDrawn="1"/>
          </p:nvSpPr>
          <p:spPr>
            <a:xfrm>
              <a:off x="88482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0" name="椭圆 39"/>
            <p:cNvSpPr>
              <a:spLocks noChangeAspect="1"/>
            </p:cNvSpPr>
            <p:nvPr userDrawn="1"/>
          </p:nvSpPr>
          <p:spPr>
            <a:xfrm>
              <a:off x="91085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椭圆 40"/>
            <p:cNvSpPr>
              <a:spLocks noChangeAspect="1"/>
            </p:cNvSpPr>
            <p:nvPr userDrawn="1"/>
          </p:nvSpPr>
          <p:spPr>
            <a:xfrm>
              <a:off x="93687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" name="椭圆 41"/>
            <p:cNvSpPr>
              <a:spLocks noChangeAspect="1"/>
            </p:cNvSpPr>
            <p:nvPr userDrawn="1"/>
          </p:nvSpPr>
          <p:spPr>
            <a:xfrm>
              <a:off x="96290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" name="椭圆 42"/>
            <p:cNvSpPr>
              <a:spLocks noChangeAspect="1"/>
            </p:cNvSpPr>
            <p:nvPr userDrawn="1"/>
          </p:nvSpPr>
          <p:spPr>
            <a:xfrm>
              <a:off x="98892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4" name="椭圆 43"/>
            <p:cNvSpPr>
              <a:spLocks noChangeAspect="1"/>
            </p:cNvSpPr>
            <p:nvPr userDrawn="1"/>
          </p:nvSpPr>
          <p:spPr>
            <a:xfrm>
              <a:off x="101495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椭圆 44"/>
            <p:cNvSpPr>
              <a:spLocks noChangeAspect="1"/>
            </p:cNvSpPr>
            <p:nvPr userDrawn="1"/>
          </p:nvSpPr>
          <p:spPr>
            <a:xfrm>
              <a:off x="104097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>
              <a:spLocks noChangeAspect="1"/>
            </p:cNvSpPr>
            <p:nvPr userDrawn="1"/>
          </p:nvSpPr>
          <p:spPr>
            <a:xfrm>
              <a:off x="106700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>
              <a:spLocks noChangeAspect="1"/>
            </p:cNvSpPr>
            <p:nvPr userDrawn="1"/>
          </p:nvSpPr>
          <p:spPr>
            <a:xfrm>
              <a:off x="109302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8" name="椭圆 47"/>
            <p:cNvSpPr>
              <a:spLocks noChangeAspect="1"/>
            </p:cNvSpPr>
            <p:nvPr userDrawn="1"/>
          </p:nvSpPr>
          <p:spPr>
            <a:xfrm>
              <a:off x="111904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椭圆 48"/>
            <p:cNvSpPr>
              <a:spLocks noChangeAspect="1"/>
            </p:cNvSpPr>
            <p:nvPr userDrawn="1"/>
          </p:nvSpPr>
          <p:spPr>
            <a:xfrm>
              <a:off x="114507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椭圆 49"/>
            <p:cNvSpPr>
              <a:spLocks noChangeAspect="1"/>
            </p:cNvSpPr>
            <p:nvPr userDrawn="1"/>
          </p:nvSpPr>
          <p:spPr>
            <a:xfrm>
              <a:off x="117109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1" name="任意多边形 50"/>
            <p:cNvSpPr>
              <a:spLocks noChangeAspect="1"/>
            </p:cNvSpPr>
            <p:nvPr userDrawn="1"/>
          </p:nvSpPr>
          <p:spPr>
            <a:xfrm>
              <a:off x="11971228" y="6418402"/>
              <a:ext cx="220772" cy="288000"/>
            </a:xfrm>
            <a:custGeom>
              <a:avLst/>
              <a:gdLst>
                <a:gd name="connsiteX0" fmla="*/ 144000 w 220772"/>
                <a:gd name="connsiteY0" fmla="*/ 0 h 288000"/>
                <a:gd name="connsiteX1" fmla="*/ 200051 w 220772"/>
                <a:gd name="connsiteY1" fmla="*/ 11316 h 288000"/>
                <a:gd name="connsiteX2" fmla="*/ 220772 w 220772"/>
                <a:gd name="connsiteY2" fmla="*/ 25287 h 288000"/>
                <a:gd name="connsiteX3" fmla="*/ 220772 w 220772"/>
                <a:gd name="connsiteY3" fmla="*/ 262714 h 288000"/>
                <a:gd name="connsiteX4" fmla="*/ 200051 w 220772"/>
                <a:gd name="connsiteY4" fmla="*/ 276684 h 288000"/>
                <a:gd name="connsiteX5" fmla="*/ 144000 w 220772"/>
                <a:gd name="connsiteY5" fmla="*/ 288000 h 288000"/>
                <a:gd name="connsiteX6" fmla="*/ 0 w 220772"/>
                <a:gd name="connsiteY6" fmla="*/ 144000 h 288000"/>
                <a:gd name="connsiteX7" fmla="*/ 144000 w 220772"/>
                <a:gd name="connsiteY7" fmla="*/ 0 h 2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772" h="288000">
                  <a:moveTo>
                    <a:pt x="144000" y="0"/>
                  </a:moveTo>
                  <a:cubicBezTo>
                    <a:pt x="163882" y="0"/>
                    <a:pt x="182823" y="4030"/>
                    <a:pt x="200051" y="11316"/>
                  </a:cubicBezTo>
                  <a:lnTo>
                    <a:pt x="220772" y="25287"/>
                  </a:lnTo>
                  <a:lnTo>
                    <a:pt x="220772" y="262714"/>
                  </a:lnTo>
                  <a:lnTo>
                    <a:pt x="200051" y="276684"/>
                  </a:lnTo>
                  <a:cubicBezTo>
                    <a:pt x="182823" y="283971"/>
                    <a:pt x="163882" y="288000"/>
                    <a:pt x="144000" y="288000"/>
                  </a:cubicBezTo>
                  <a:cubicBezTo>
                    <a:pt x="64471" y="288000"/>
                    <a:pt x="0" y="223529"/>
                    <a:pt x="0" y="144000"/>
                  </a:cubicBezTo>
                  <a:cubicBezTo>
                    <a:pt x="0" y="64471"/>
                    <a:pt x="64471" y="0"/>
                    <a:pt x="144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58" name="组合 57"/>
          <p:cNvGrpSpPr/>
          <p:nvPr userDrawn="1"/>
        </p:nvGrpSpPr>
        <p:grpSpPr>
          <a:xfrm>
            <a:off x="867463" y="3989791"/>
            <a:ext cx="850924" cy="1334447"/>
            <a:chOff x="2830069" y="3699923"/>
            <a:chExt cx="979931" cy="1557877"/>
          </a:xfrm>
        </p:grpSpPr>
        <p:sp>
          <p:nvSpPr>
            <p:cNvPr id="54" name="矩形 53"/>
            <p:cNvSpPr/>
            <p:nvPr userDrawn="1"/>
          </p:nvSpPr>
          <p:spPr>
            <a:xfrm>
              <a:off x="2830100" y="5048250"/>
              <a:ext cx="979900" cy="209550"/>
            </a:xfrm>
            <a:custGeom>
              <a:avLst/>
              <a:gdLst>
                <a:gd name="connsiteX0" fmla="*/ 0 w 1728366"/>
                <a:gd name="connsiteY0" fmla="*/ 0 h 342900"/>
                <a:gd name="connsiteX1" fmla="*/ 1728366 w 1728366"/>
                <a:gd name="connsiteY1" fmla="*/ 0 h 342900"/>
                <a:gd name="connsiteX2" fmla="*/ 1728366 w 1728366"/>
                <a:gd name="connsiteY2" fmla="*/ 342900 h 342900"/>
                <a:gd name="connsiteX3" fmla="*/ 0 w 1728366"/>
                <a:gd name="connsiteY3" fmla="*/ 342900 h 342900"/>
                <a:gd name="connsiteX4" fmla="*/ 0 w 1728366"/>
                <a:gd name="connsiteY4" fmla="*/ 0 h 342900"/>
                <a:gd name="connsiteX0" fmla="*/ 0 w 1728366"/>
                <a:gd name="connsiteY0" fmla="*/ 0 h 342900"/>
                <a:gd name="connsiteX1" fmla="*/ 1728366 w 1728366"/>
                <a:gd name="connsiteY1" fmla="*/ 0 h 342900"/>
                <a:gd name="connsiteX2" fmla="*/ 1423566 w 1728366"/>
                <a:gd name="connsiteY2" fmla="*/ 342900 h 342900"/>
                <a:gd name="connsiteX3" fmla="*/ 0 w 1728366"/>
                <a:gd name="connsiteY3" fmla="*/ 342900 h 342900"/>
                <a:gd name="connsiteX4" fmla="*/ 0 w 1728366"/>
                <a:gd name="connsiteY4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366" h="342900">
                  <a:moveTo>
                    <a:pt x="0" y="0"/>
                  </a:moveTo>
                  <a:lnTo>
                    <a:pt x="1728366" y="0"/>
                  </a:lnTo>
                  <a:lnTo>
                    <a:pt x="1423566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BFBFB"/>
                </a:gs>
                <a:gs pos="71000">
                  <a:srgbClr val="D4D7D8"/>
                </a:gs>
                <a:gs pos="100000">
                  <a:srgbClr val="CBCFD0"/>
                </a:gs>
              </a:gsLst>
              <a:lin ang="0" scaled="1"/>
              <a:tileRect/>
            </a:gradFill>
            <a:ln>
              <a:noFill/>
            </a:ln>
            <a:effectLst>
              <a:outerShdw blurRad="127000" dist="635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直角三角形 54"/>
            <p:cNvSpPr/>
            <p:nvPr userDrawn="1"/>
          </p:nvSpPr>
          <p:spPr>
            <a:xfrm>
              <a:off x="3383172" y="3897433"/>
              <a:ext cx="385194" cy="1112898"/>
            </a:xfrm>
            <a:prstGeom prst="rtTriangle">
              <a:avLst/>
            </a:prstGeom>
            <a:gradFill flip="none" rotWithShape="1">
              <a:gsLst>
                <a:gs pos="0">
                  <a:srgbClr val="FBFBFB"/>
                </a:gs>
                <a:gs pos="100000">
                  <a:srgbClr val="D0D3D4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397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直角三角形 55"/>
            <p:cNvSpPr/>
            <p:nvPr userDrawn="1"/>
          </p:nvSpPr>
          <p:spPr>
            <a:xfrm flipH="1">
              <a:off x="2830069" y="3699923"/>
              <a:ext cx="506270" cy="1232150"/>
            </a:xfrm>
            <a:custGeom>
              <a:avLst/>
              <a:gdLst>
                <a:gd name="connsiteX0" fmla="*/ 0 w 592488"/>
                <a:gd name="connsiteY0" fmla="*/ 1353494 h 1353494"/>
                <a:gd name="connsiteX1" fmla="*/ 0 w 592488"/>
                <a:gd name="connsiteY1" fmla="*/ 0 h 1353494"/>
                <a:gd name="connsiteX2" fmla="*/ 592488 w 592488"/>
                <a:gd name="connsiteY2" fmla="*/ 1353494 h 1353494"/>
                <a:gd name="connsiteX3" fmla="*/ 0 w 592488"/>
                <a:gd name="connsiteY3" fmla="*/ 1353494 h 1353494"/>
                <a:gd name="connsiteX0" fmla="*/ 0 w 592488"/>
                <a:gd name="connsiteY0" fmla="*/ 1353494 h 1353494"/>
                <a:gd name="connsiteX1" fmla="*/ 0 w 592488"/>
                <a:gd name="connsiteY1" fmla="*/ 0 h 1353494"/>
                <a:gd name="connsiteX2" fmla="*/ 346134 w 592488"/>
                <a:gd name="connsiteY2" fmla="*/ 762000 h 1353494"/>
                <a:gd name="connsiteX3" fmla="*/ 592488 w 592488"/>
                <a:gd name="connsiteY3" fmla="*/ 1353494 h 1353494"/>
                <a:gd name="connsiteX4" fmla="*/ 0 w 592488"/>
                <a:gd name="connsiteY4" fmla="*/ 1353494 h 1353494"/>
                <a:gd name="connsiteX0" fmla="*/ 0 w 592488"/>
                <a:gd name="connsiteY0" fmla="*/ 1353494 h 1353494"/>
                <a:gd name="connsiteX1" fmla="*/ 0 w 592488"/>
                <a:gd name="connsiteY1" fmla="*/ 0 h 1353494"/>
                <a:gd name="connsiteX2" fmla="*/ 412809 w 592488"/>
                <a:gd name="connsiteY2" fmla="*/ 685800 h 1353494"/>
                <a:gd name="connsiteX3" fmla="*/ 592488 w 592488"/>
                <a:gd name="connsiteY3" fmla="*/ 1353494 h 1353494"/>
                <a:gd name="connsiteX4" fmla="*/ 0 w 592488"/>
                <a:gd name="connsiteY4" fmla="*/ 1353494 h 1353494"/>
                <a:gd name="connsiteX0" fmla="*/ 0 w 609977"/>
                <a:gd name="connsiteY0" fmla="*/ 1367712 h 1367712"/>
                <a:gd name="connsiteX1" fmla="*/ 0 w 609977"/>
                <a:gd name="connsiteY1" fmla="*/ 14218 h 1367712"/>
                <a:gd name="connsiteX2" fmla="*/ 412809 w 609977"/>
                <a:gd name="connsiteY2" fmla="*/ 700018 h 1367712"/>
                <a:gd name="connsiteX3" fmla="*/ 592488 w 609977"/>
                <a:gd name="connsiteY3" fmla="*/ 1367712 h 1367712"/>
                <a:gd name="connsiteX4" fmla="*/ 0 w 609977"/>
                <a:gd name="connsiteY4" fmla="*/ 1367712 h 1367712"/>
                <a:gd name="connsiteX0" fmla="*/ 0 w 602575"/>
                <a:gd name="connsiteY0" fmla="*/ 1383386 h 1383386"/>
                <a:gd name="connsiteX1" fmla="*/ 0 w 602575"/>
                <a:gd name="connsiteY1" fmla="*/ 29892 h 1383386"/>
                <a:gd name="connsiteX2" fmla="*/ 260409 w 602575"/>
                <a:gd name="connsiteY2" fmla="*/ 363267 h 1383386"/>
                <a:gd name="connsiteX3" fmla="*/ 592488 w 602575"/>
                <a:gd name="connsiteY3" fmla="*/ 1383386 h 1383386"/>
                <a:gd name="connsiteX4" fmla="*/ 0 w 602575"/>
                <a:gd name="connsiteY4" fmla="*/ 1383386 h 1383386"/>
                <a:gd name="connsiteX0" fmla="*/ 0 w 609222"/>
                <a:gd name="connsiteY0" fmla="*/ 1393476 h 1393476"/>
                <a:gd name="connsiteX1" fmla="*/ 0 w 609222"/>
                <a:gd name="connsiteY1" fmla="*/ 39982 h 1393476"/>
                <a:gd name="connsiteX2" fmla="*/ 403284 w 609222"/>
                <a:gd name="connsiteY2" fmla="*/ 287632 h 1393476"/>
                <a:gd name="connsiteX3" fmla="*/ 592488 w 609222"/>
                <a:gd name="connsiteY3" fmla="*/ 1393476 h 1393476"/>
                <a:gd name="connsiteX4" fmla="*/ 0 w 609222"/>
                <a:gd name="connsiteY4" fmla="*/ 1393476 h 1393476"/>
                <a:gd name="connsiteX0" fmla="*/ 0 w 609222"/>
                <a:gd name="connsiteY0" fmla="*/ 1696297 h 1696297"/>
                <a:gd name="connsiteX1" fmla="*/ 0 w 609222"/>
                <a:gd name="connsiteY1" fmla="*/ 18953 h 1696297"/>
                <a:gd name="connsiteX2" fmla="*/ 403284 w 609222"/>
                <a:gd name="connsiteY2" fmla="*/ 590453 h 1696297"/>
                <a:gd name="connsiteX3" fmla="*/ 592488 w 609222"/>
                <a:gd name="connsiteY3" fmla="*/ 1696297 h 1696297"/>
                <a:gd name="connsiteX4" fmla="*/ 0 w 609222"/>
                <a:gd name="connsiteY4" fmla="*/ 1696297 h 1696297"/>
                <a:gd name="connsiteX0" fmla="*/ 0 w 609222"/>
                <a:gd name="connsiteY0" fmla="*/ 1677344 h 1677344"/>
                <a:gd name="connsiteX1" fmla="*/ 0 w 609222"/>
                <a:gd name="connsiteY1" fmla="*/ 0 h 1677344"/>
                <a:gd name="connsiteX2" fmla="*/ 403284 w 609222"/>
                <a:gd name="connsiteY2" fmla="*/ 571500 h 1677344"/>
                <a:gd name="connsiteX3" fmla="*/ 592488 w 609222"/>
                <a:gd name="connsiteY3" fmla="*/ 1677344 h 1677344"/>
                <a:gd name="connsiteX4" fmla="*/ 0 w 609222"/>
                <a:gd name="connsiteY4" fmla="*/ 1677344 h 1677344"/>
                <a:gd name="connsiteX0" fmla="*/ 0 w 623281"/>
                <a:gd name="connsiteY0" fmla="*/ 1677344 h 1677344"/>
                <a:gd name="connsiteX1" fmla="*/ 0 w 623281"/>
                <a:gd name="connsiteY1" fmla="*/ 0 h 1677344"/>
                <a:gd name="connsiteX2" fmla="*/ 508043 w 623281"/>
                <a:gd name="connsiteY2" fmla="*/ 1077019 h 1677344"/>
                <a:gd name="connsiteX3" fmla="*/ 592488 w 623281"/>
                <a:gd name="connsiteY3" fmla="*/ 1677344 h 1677344"/>
                <a:gd name="connsiteX4" fmla="*/ 0 w 623281"/>
                <a:gd name="connsiteY4" fmla="*/ 1677344 h 1677344"/>
                <a:gd name="connsiteX0" fmla="*/ 0 w 623281"/>
                <a:gd name="connsiteY0" fmla="*/ 1677344 h 1677344"/>
                <a:gd name="connsiteX1" fmla="*/ 0 w 623281"/>
                <a:gd name="connsiteY1" fmla="*/ 0 h 1677344"/>
                <a:gd name="connsiteX2" fmla="*/ 508043 w 623281"/>
                <a:gd name="connsiteY2" fmla="*/ 1077019 h 1677344"/>
                <a:gd name="connsiteX3" fmla="*/ 592488 w 623281"/>
                <a:gd name="connsiteY3" fmla="*/ 1677344 h 1677344"/>
                <a:gd name="connsiteX4" fmla="*/ 0 w 623281"/>
                <a:gd name="connsiteY4" fmla="*/ 1677344 h 1677344"/>
                <a:gd name="connsiteX0" fmla="*/ 0 w 623281"/>
                <a:gd name="connsiteY0" fmla="*/ 1685266 h 1685266"/>
                <a:gd name="connsiteX1" fmla="*/ 0 w 623281"/>
                <a:gd name="connsiteY1" fmla="*/ 7922 h 1685266"/>
                <a:gd name="connsiteX2" fmla="*/ 508043 w 623281"/>
                <a:gd name="connsiteY2" fmla="*/ 1084941 h 1685266"/>
                <a:gd name="connsiteX3" fmla="*/ 592488 w 623281"/>
                <a:gd name="connsiteY3" fmla="*/ 1685266 h 1685266"/>
                <a:gd name="connsiteX4" fmla="*/ 0 w 623281"/>
                <a:gd name="connsiteY4" fmla="*/ 1685266 h 1685266"/>
                <a:gd name="connsiteX0" fmla="*/ 0 w 619092"/>
                <a:gd name="connsiteY0" fmla="*/ 1685359 h 1685359"/>
                <a:gd name="connsiteX1" fmla="*/ 0 w 619092"/>
                <a:gd name="connsiteY1" fmla="*/ 8015 h 1685359"/>
                <a:gd name="connsiteX2" fmla="*/ 508043 w 619092"/>
                <a:gd name="connsiteY2" fmla="*/ 1085034 h 1685359"/>
                <a:gd name="connsiteX3" fmla="*/ 592488 w 619092"/>
                <a:gd name="connsiteY3" fmla="*/ 1685359 h 1685359"/>
                <a:gd name="connsiteX4" fmla="*/ 0 w 619092"/>
                <a:gd name="connsiteY4" fmla="*/ 1685359 h 1685359"/>
                <a:gd name="connsiteX0" fmla="*/ 0 w 642532"/>
                <a:gd name="connsiteY0" fmla="*/ 1685117 h 1707585"/>
                <a:gd name="connsiteX1" fmla="*/ 0 w 642532"/>
                <a:gd name="connsiteY1" fmla="*/ 7773 h 1707585"/>
                <a:gd name="connsiteX2" fmla="*/ 508043 w 642532"/>
                <a:gd name="connsiteY2" fmla="*/ 1084792 h 1707585"/>
                <a:gd name="connsiteX3" fmla="*/ 615768 w 642532"/>
                <a:gd name="connsiteY3" fmla="*/ 1707585 h 1707585"/>
                <a:gd name="connsiteX4" fmla="*/ 0 w 642532"/>
                <a:gd name="connsiteY4" fmla="*/ 1685117 h 1707585"/>
                <a:gd name="connsiteX0" fmla="*/ 0 w 631915"/>
                <a:gd name="connsiteY0" fmla="*/ 1686878 h 1709346"/>
                <a:gd name="connsiteX1" fmla="*/ 0 w 631915"/>
                <a:gd name="connsiteY1" fmla="*/ 9534 h 1709346"/>
                <a:gd name="connsiteX2" fmla="*/ 414924 w 631915"/>
                <a:gd name="connsiteY2" fmla="*/ 906812 h 1709346"/>
                <a:gd name="connsiteX3" fmla="*/ 615768 w 631915"/>
                <a:gd name="connsiteY3" fmla="*/ 1709346 h 1709346"/>
                <a:gd name="connsiteX4" fmla="*/ 0 w 631915"/>
                <a:gd name="connsiteY4" fmla="*/ 1686878 h 1709346"/>
                <a:gd name="connsiteX0" fmla="*/ 0 w 647344"/>
                <a:gd name="connsiteY0" fmla="*/ 1688444 h 1710912"/>
                <a:gd name="connsiteX1" fmla="*/ 0 w 647344"/>
                <a:gd name="connsiteY1" fmla="*/ 11100 h 1710912"/>
                <a:gd name="connsiteX2" fmla="*/ 531322 w 647344"/>
                <a:gd name="connsiteY2" fmla="*/ 796041 h 1710912"/>
                <a:gd name="connsiteX3" fmla="*/ 615768 w 647344"/>
                <a:gd name="connsiteY3" fmla="*/ 1710912 h 1710912"/>
                <a:gd name="connsiteX4" fmla="*/ 0 w 647344"/>
                <a:gd name="connsiteY4" fmla="*/ 1688444 h 1710912"/>
                <a:gd name="connsiteX0" fmla="*/ 47123 w 694805"/>
                <a:gd name="connsiteY0" fmla="*/ 1846779 h 1869247"/>
                <a:gd name="connsiteX1" fmla="*/ 47123 w 694805"/>
                <a:gd name="connsiteY1" fmla="*/ 169435 h 1869247"/>
                <a:gd name="connsiteX2" fmla="*/ 37289 w 694805"/>
                <a:gd name="connsiteY2" fmla="*/ 146153 h 1869247"/>
                <a:gd name="connsiteX3" fmla="*/ 578445 w 694805"/>
                <a:gd name="connsiteY3" fmla="*/ 954376 h 1869247"/>
                <a:gd name="connsiteX4" fmla="*/ 662891 w 694805"/>
                <a:gd name="connsiteY4" fmla="*/ 1869247 h 1869247"/>
                <a:gd name="connsiteX5" fmla="*/ 47123 w 694805"/>
                <a:gd name="connsiteY5" fmla="*/ 1846779 h 1869247"/>
                <a:gd name="connsiteX0" fmla="*/ 9788 w 655535"/>
                <a:gd name="connsiteY0" fmla="*/ 2128279 h 2150747"/>
                <a:gd name="connsiteX1" fmla="*/ 9788 w 655535"/>
                <a:gd name="connsiteY1" fmla="*/ 450935 h 2150747"/>
                <a:gd name="connsiteX2" fmla="*/ 58057 w 655535"/>
                <a:gd name="connsiteY2" fmla="*/ 34472 h 2150747"/>
                <a:gd name="connsiteX3" fmla="*/ 541110 w 655535"/>
                <a:gd name="connsiteY3" fmla="*/ 1235876 h 2150747"/>
                <a:gd name="connsiteX4" fmla="*/ 625556 w 655535"/>
                <a:gd name="connsiteY4" fmla="*/ 2150747 h 2150747"/>
                <a:gd name="connsiteX5" fmla="*/ 9788 w 655535"/>
                <a:gd name="connsiteY5" fmla="*/ 2128279 h 2150747"/>
                <a:gd name="connsiteX0" fmla="*/ 74 w 645821"/>
                <a:gd name="connsiteY0" fmla="*/ 2093807 h 2116275"/>
                <a:gd name="connsiteX1" fmla="*/ 74 w 645821"/>
                <a:gd name="connsiteY1" fmla="*/ 416463 h 2116275"/>
                <a:gd name="connsiteX2" fmla="*/ 48343 w 645821"/>
                <a:gd name="connsiteY2" fmla="*/ 0 h 2116275"/>
                <a:gd name="connsiteX3" fmla="*/ 531396 w 645821"/>
                <a:gd name="connsiteY3" fmla="*/ 1201404 h 2116275"/>
                <a:gd name="connsiteX4" fmla="*/ 615842 w 645821"/>
                <a:gd name="connsiteY4" fmla="*/ 2116275 h 2116275"/>
                <a:gd name="connsiteX5" fmla="*/ 74 w 645821"/>
                <a:gd name="connsiteY5" fmla="*/ 2093807 h 2116275"/>
                <a:gd name="connsiteX0" fmla="*/ 0 w 645747"/>
                <a:gd name="connsiteY0" fmla="*/ 2093807 h 2116275"/>
                <a:gd name="connsiteX1" fmla="*/ 48269 w 645747"/>
                <a:gd name="connsiteY1" fmla="*/ 0 h 2116275"/>
                <a:gd name="connsiteX2" fmla="*/ 531322 w 645747"/>
                <a:gd name="connsiteY2" fmla="*/ 1201404 h 2116275"/>
                <a:gd name="connsiteX3" fmla="*/ 615768 w 645747"/>
                <a:gd name="connsiteY3" fmla="*/ 2116275 h 2116275"/>
                <a:gd name="connsiteX4" fmla="*/ 0 w 645747"/>
                <a:gd name="connsiteY4" fmla="*/ 2093807 h 2116275"/>
                <a:gd name="connsiteX0" fmla="*/ 0 w 646294"/>
                <a:gd name="connsiteY0" fmla="*/ 2108995 h 2131463"/>
                <a:gd name="connsiteX1" fmla="*/ 31366 w 646294"/>
                <a:gd name="connsiteY1" fmla="*/ 0 h 2131463"/>
                <a:gd name="connsiteX2" fmla="*/ 531322 w 646294"/>
                <a:gd name="connsiteY2" fmla="*/ 1216592 h 2131463"/>
                <a:gd name="connsiteX3" fmla="*/ 615768 w 646294"/>
                <a:gd name="connsiteY3" fmla="*/ 2131463 h 2131463"/>
                <a:gd name="connsiteX4" fmla="*/ 0 w 646294"/>
                <a:gd name="connsiteY4" fmla="*/ 2108995 h 2131463"/>
                <a:gd name="connsiteX0" fmla="*/ 0 w 647139"/>
                <a:gd name="connsiteY0" fmla="*/ 2124183 h 2146651"/>
                <a:gd name="connsiteX1" fmla="*/ 6011 w 647139"/>
                <a:gd name="connsiteY1" fmla="*/ 0 h 2146651"/>
                <a:gd name="connsiteX2" fmla="*/ 531322 w 647139"/>
                <a:gd name="connsiteY2" fmla="*/ 1231780 h 2146651"/>
                <a:gd name="connsiteX3" fmla="*/ 615768 w 647139"/>
                <a:gd name="connsiteY3" fmla="*/ 2146651 h 2146651"/>
                <a:gd name="connsiteX4" fmla="*/ 0 w 647139"/>
                <a:gd name="connsiteY4" fmla="*/ 2124183 h 2146651"/>
                <a:gd name="connsiteX0" fmla="*/ 0 w 653969"/>
                <a:gd name="connsiteY0" fmla="*/ 2124183 h 2124183"/>
                <a:gd name="connsiteX1" fmla="*/ 6011 w 653969"/>
                <a:gd name="connsiteY1" fmla="*/ 0 h 2124183"/>
                <a:gd name="connsiteX2" fmla="*/ 531322 w 653969"/>
                <a:gd name="connsiteY2" fmla="*/ 1231780 h 2124183"/>
                <a:gd name="connsiteX3" fmla="*/ 624220 w 653969"/>
                <a:gd name="connsiteY3" fmla="*/ 2123869 h 2124183"/>
                <a:gd name="connsiteX4" fmla="*/ 0 w 653969"/>
                <a:gd name="connsiteY4" fmla="*/ 2124183 h 2124183"/>
                <a:gd name="connsiteX0" fmla="*/ 0 w 637722"/>
                <a:gd name="connsiteY0" fmla="*/ 2124183 h 2124183"/>
                <a:gd name="connsiteX1" fmla="*/ 6011 w 637722"/>
                <a:gd name="connsiteY1" fmla="*/ 0 h 2124183"/>
                <a:gd name="connsiteX2" fmla="*/ 378617 w 637722"/>
                <a:gd name="connsiteY2" fmla="*/ 935610 h 2124183"/>
                <a:gd name="connsiteX3" fmla="*/ 624220 w 637722"/>
                <a:gd name="connsiteY3" fmla="*/ 2123869 h 2124183"/>
                <a:gd name="connsiteX4" fmla="*/ 0 w 637722"/>
                <a:gd name="connsiteY4" fmla="*/ 2124183 h 2124183"/>
                <a:gd name="connsiteX0" fmla="*/ 0 w 639837"/>
                <a:gd name="connsiteY0" fmla="*/ 2124183 h 2124183"/>
                <a:gd name="connsiteX1" fmla="*/ 6011 w 639837"/>
                <a:gd name="connsiteY1" fmla="*/ 0 h 2124183"/>
                <a:gd name="connsiteX2" fmla="*/ 415266 w 639837"/>
                <a:gd name="connsiteY2" fmla="*/ 935610 h 2124183"/>
                <a:gd name="connsiteX3" fmla="*/ 624220 w 639837"/>
                <a:gd name="connsiteY3" fmla="*/ 2123869 h 2124183"/>
                <a:gd name="connsiteX4" fmla="*/ 0 w 639837"/>
                <a:gd name="connsiteY4" fmla="*/ 2124183 h 2124183"/>
                <a:gd name="connsiteX0" fmla="*/ 0 w 624592"/>
                <a:gd name="connsiteY0" fmla="*/ 2124183 h 2124183"/>
                <a:gd name="connsiteX1" fmla="*/ 6011 w 624592"/>
                <a:gd name="connsiteY1" fmla="*/ 0 h 2124183"/>
                <a:gd name="connsiteX2" fmla="*/ 415266 w 624592"/>
                <a:gd name="connsiteY2" fmla="*/ 935610 h 2124183"/>
                <a:gd name="connsiteX3" fmla="*/ 624220 w 624592"/>
                <a:gd name="connsiteY3" fmla="*/ 2123869 h 2124183"/>
                <a:gd name="connsiteX4" fmla="*/ 0 w 624592"/>
                <a:gd name="connsiteY4" fmla="*/ 2124183 h 2124183"/>
                <a:gd name="connsiteX0" fmla="*/ 0 w 624730"/>
                <a:gd name="connsiteY0" fmla="*/ 2124183 h 2124183"/>
                <a:gd name="connsiteX1" fmla="*/ 6011 w 624730"/>
                <a:gd name="connsiteY1" fmla="*/ 0 h 2124183"/>
                <a:gd name="connsiteX2" fmla="*/ 448036 w 624730"/>
                <a:gd name="connsiteY2" fmla="*/ 1006287 h 2124183"/>
                <a:gd name="connsiteX3" fmla="*/ 624220 w 624730"/>
                <a:gd name="connsiteY3" fmla="*/ 2123869 h 2124183"/>
                <a:gd name="connsiteX4" fmla="*/ 0 w 624730"/>
                <a:gd name="connsiteY4" fmla="*/ 2124183 h 2124183"/>
                <a:gd name="connsiteX0" fmla="*/ 0 w 624674"/>
                <a:gd name="connsiteY0" fmla="*/ 2124183 h 2124183"/>
                <a:gd name="connsiteX1" fmla="*/ 6011 w 624674"/>
                <a:gd name="connsiteY1" fmla="*/ 0 h 2124183"/>
                <a:gd name="connsiteX2" fmla="*/ 437112 w 624674"/>
                <a:gd name="connsiteY2" fmla="*/ 1062828 h 2124183"/>
                <a:gd name="connsiteX3" fmla="*/ 624220 w 624674"/>
                <a:gd name="connsiteY3" fmla="*/ 2123869 h 2124183"/>
                <a:gd name="connsiteX4" fmla="*/ 0 w 624674"/>
                <a:gd name="connsiteY4" fmla="*/ 2124183 h 2124183"/>
                <a:gd name="connsiteX0" fmla="*/ 0 w 624630"/>
                <a:gd name="connsiteY0" fmla="*/ 2124183 h 2124183"/>
                <a:gd name="connsiteX1" fmla="*/ 6011 w 624630"/>
                <a:gd name="connsiteY1" fmla="*/ 0 h 2124183"/>
                <a:gd name="connsiteX2" fmla="*/ 437112 w 624630"/>
                <a:gd name="connsiteY2" fmla="*/ 1062828 h 2124183"/>
                <a:gd name="connsiteX3" fmla="*/ 624220 w 624630"/>
                <a:gd name="connsiteY3" fmla="*/ 2123869 h 2124183"/>
                <a:gd name="connsiteX4" fmla="*/ 0 w 624630"/>
                <a:gd name="connsiteY4" fmla="*/ 2124183 h 212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4630" h="2124183">
                  <a:moveTo>
                    <a:pt x="0" y="2124183"/>
                  </a:moveTo>
                  <a:cubicBezTo>
                    <a:pt x="2004" y="1416122"/>
                    <a:pt x="4007" y="708061"/>
                    <a:pt x="6011" y="0"/>
                  </a:cubicBezTo>
                  <a:cubicBezTo>
                    <a:pt x="94565" y="130824"/>
                    <a:pt x="345000" y="694715"/>
                    <a:pt x="437112" y="1062828"/>
                  </a:cubicBezTo>
                  <a:cubicBezTo>
                    <a:pt x="529224" y="1430941"/>
                    <a:pt x="631940" y="1982211"/>
                    <a:pt x="624220" y="2123869"/>
                  </a:cubicBezTo>
                  <a:lnTo>
                    <a:pt x="0" y="212418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BFBFB"/>
                </a:gs>
                <a:gs pos="100000">
                  <a:srgbClr val="D8D5D0"/>
                </a:gs>
              </a:gsLst>
              <a:lin ang="15000000" scaled="0"/>
              <a:tileRect/>
            </a:gradFill>
            <a:ln>
              <a:noFill/>
            </a:ln>
            <a:effectLst>
              <a:outerShdw blurRad="1905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89" name="组合 88"/>
          <p:cNvGrpSpPr/>
          <p:nvPr userDrawn="1"/>
        </p:nvGrpSpPr>
        <p:grpSpPr>
          <a:xfrm>
            <a:off x="7126407" y="4483106"/>
            <a:ext cx="684089" cy="152511"/>
            <a:chOff x="7508331" y="4789186"/>
            <a:chExt cx="1079721" cy="203139"/>
          </a:xfrm>
        </p:grpSpPr>
        <p:sp>
          <p:nvSpPr>
            <p:cNvPr id="82" name="等腰三角形 81"/>
            <p:cNvSpPr/>
            <p:nvPr userDrawn="1"/>
          </p:nvSpPr>
          <p:spPr>
            <a:xfrm>
              <a:off x="7508331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4" name="等腰三角形 81"/>
            <p:cNvSpPr/>
            <p:nvPr userDrawn="1"/>
          </p:nvSpPr>
          <p:spPr>
            <a:xfrm>
              <a:off x="7884819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8" name="等腰三角形 81"/>
            <p:cNvSpPr/>
            <p:nvPr userDrawn="1"/>
          </p:nvSpPr>
          <p:spPr>
            <a:xfrm>
              <a:off x="8261307" y="4790557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90" name="组合 89"/>
          <p:cNvGrpSpPr/>
          <p:nvPr userDrawn="1"/>
        </p:nvGrpSpPr>
        <p:grpSpPr>
          <a:xfrm>
            <a:off x="6349732" y="5560687"/>
            <a:ext cx="697674" cy="162477"/>
            <a:chOff x="7508331" y="4789186"/>
            <a:chExt cx="1079721" cy="203139"/>
          </a:xfrm>
        </p:grpSpPr>
        <p:sp>
          <p:nvSpPr>
            <p:cNvPr id="91" name="等腰三角形 81"/>
            <p:cNvSpPr/>
            <p:nvPr userDrawn="1"/>
          </p:nvSpPr>
          <p:spPr>
            <a:xfrm>
              <a:off x="7508331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2" name="等腰三角形 81"/>
            <p:cNvSpPr/>
            <p:nvPr userDrawn="1"/>
          </p:nvSpPr>
          <p:spPr>
            <a:xfrm>
              <a:off x="7884819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3" name="等腰三角形 81"/>
            <p:cNvSpPr/>
            <p:nvPr userDrawn="1"/>
          </p:nvSpPr>
          <p:spPr>
            <a:xfrm>
              <a:off x="8261307" y="4790557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94" name="组合 93"/>
          <p:cNvGrpSpPr/>
          <p:nvPr userDrawn="1"/>
        </p:nvGrpSpPr>
        <p:grpSpPr>
          <a:xfrm>
            <a:off x="1836082" y="5127056"/>
            <a:ext cx="621861" cy="131655"/>
            <a:chOff x="7508331" y="4789186"/>
            <a:chExt cx="1079721" cy="203139"/>
          </a:xfrm>
        </p:grpSpPr>
        <p:sp>
          <p:nvSpPr>
            <p:cNvPr id="95" name="等腰三角形 81"/>
            <p:cNvSpPr/>
            <p:nvPr userDrawn="1"/>
          </p:nvSpPr>
          <p:spPr>
            <a:xfrm>
              <a:off x="7508331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等腰三角形 81"/>
            <p:cNvSpPr/>
            <p:nvPr userDrawn="1"/>
          </p:nvSpPr>
          <p:spPr>
            <a:xfrm>
              <a:off x="7884819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等腰三角形 81"/>
            <p:cNvSpPr/>
            <p:nvPr userDrawn="1"/>
          </p:nvSpPr>
          <p:spPr>
            <a:xfrm>
              <a:off x="8261307" y="4790557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98" name="组合 97"/>
          <p:cNvGrpSpPr/>
          <p:nvPr userDrawn="1"/>
        </p:nvGrpSpPr>
        <p:grpSpPr>
          <a:xfrm>
            <a:off x="224314" y="6051733"/>
            <a:ext cx="643150" cy="115794"/>
            <a:chOff x="7508331" y="4789186"/>
            <a:chExt cx="1079721" cy="203139"/>
          </a:xfrm>
        </p:grpSpPr>
        <p:sp>
          <p:nvSpPr>
            <p:cNvPr id="99" name="等腰三角形 81"/>
            <p:cNvSpPr/>
            <p:nvPr userDrawn="1"/>
          </p:nvSpPr>
          <p:spPr>
            <a:xfrm>
              <a:off x="7508331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0" name="等腰三角形 81"/>
            <p:cNvSpPr/>
            <p:nvPr userDrawn="1"/>
          </p:nvSpPr>
          <p:spPr>
            <a:xfrm>
              <a:off x="7884819" y="4789186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等腰三角形 81"/>
            <p:cNvSpPr/>
            <p:nvPr userDrawn="1"/>
          </p:nvSpPr>
          <p:spPr>
            <a:xfrm>
              <a:off x="8261307" y="4790557"/>
              <a:ext cx="326745" cy="201768"/>
            </a:xfrm>
            <a:custGeom>
              <a:avLst/>
              <a:gdLst>
                <a:gd name="connsiteX0" fmla="*/ 0 w 2081952"/>
                <a:gd name="connsiteY0" fmla="*/ 836090 h 836090"/>
                <a:gd name="connsiteX1" fmla="*/ 1040976 w 2081952"/>
                <a:gd name="connsiteY1" fmla="*/ 0 h 836090"/>
                <a:gd name="connsiteX2" fmla="*/ 2081952 w 2081952"/>
                <a:gd name="connsiteY2" fmla="*/ 836090 h 836090"/>
                <a:gd name="connsiteX3" fmla="*/ 0 w 2081952"/>
                <a:gd name="connsiteY3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2081952 w 2081952"/>
                <a:gd name="connsiteY3" fmla="*/ 836090 h 836090"/>
                <a:gd name="connsiteX4" fmla="*/ 0 w 2081952"/>
                <a:gd name="connsiteY4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509242 w 2081952"/>
                <a:gd name="connsiteY3" fmla="*/ 371530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519686 w 2081952"/>
                <a:gd name="connsiteY1" fmla="*/ 384056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0 w 2081952"/>
                <a:gd name="connsiteY0" fmla="*/ 836090 h 836090"/>
                <a:gd name="connsiteX1" fmla="*/ 732628 w 2081952"/>
                <a:gd name="connsiteY1" fmla="*/ 571947 h 836090"/>
                <a:gd name="connsiteX2" fmla="*/ 1040976 w 2081952"/>
                <a:gd name="connsiteY2" fmla="*/ 0 h 836090"/>
                <a:gd name="connsiteX3" fmla="*/ 1321351 w 2081952"/>
                <a:gd name="connsiteY3" fmla="*/ 584473 h 836090"/>
                <a:gd name="connsiteX4" fmla="*/ 2081952 w 2081952"/>
                <a:gd name="connsiteY4" fmla="*/ 836090 h 836090"/>
                <a:gd name="connsiteX5" fmla="*/ 0 w 2081952"/>
                <a:gd name="connsiteY5" fmla="*/ 836090 h 836090"/>
                <a:gd name="connsiteX0" fmla="*/ 40206 w 2122158"/>
                <a:gd name="connsiteY0" fmla="*/ 836097 h 836097"/>
                <a:gd name="connsiteX1" fmla="*/ 772834 w 2122158"/>
                <a:gd name="connsiteY1" fmla="*/ 571954 h 836097"/>
                <a:gd name="connsiteX2" fmla="*/ 1081182 w 2122158"/>
                <a:gd name="connsiteY2" fmla="*/ 7 h 836097"/>
                <a:gd name="connsiteX3" fmla="*/ 1361557 w 2122158"/>
                <a:gd name="connsiteY3" fmla="*/ 584480 h 836097"/>
                <a:gd name="connsiteX4" fmla="*/ 2122158 w 2122158"/>
                <a:gd name="connsiteY4" fmla="*/ 836097 h 836097"/>
                <a:gd name="connsiteX5" fmla="*/ 40206 w 2122158"/>
                <a:gd name="connsiteY5" fmla="*/ 836097 h 836097"/>
                <a:gd name="connsiteX0" fmla="*/ 40206 w 2157157"/>
                <a:gd name="connsiteY0" fmla="*/ 836097 h 836097"/>
                <a:gd name="connsiteX1" fmla="*/ 772834 w 2157157"/>
                <a:gd name="connsiteY1" fmla="*/ 571954 h 836097"/>
                <a:gd name="connsiteX2" fmla="*/ 1081182 w 2157157"/>
                <a:gd name="connsiteY2" fmla="*/ 7 h 836097"/>
                <a:gd name="connsiteX3" fmla="*/ 1361557 w 2157157"/>
                <a:gd name="connsiteY3" fmla="*/ 584480 h 836097"/>
                <a:gd name="connsiteX4" fmla="*/ 2122158 w 2157157"/>
                <a:gd name="connsiteY4" fmla="*/ 836097 h 836097"/>
                <a:gd name="connsiteX5" fmla="*/ 40206 w 2157157"/>
                <a:gd name="connsiteY5" fmla="*/ 836097 h 836097"/>
                <a:gd name="connsiteX0" fmla="*/ 40206 w 2160688"/>
                <a:gd name="connsiteY0" fmla="*/ 836097 h 836097"/>
                <a:gd name="connsiteX1" fmla="*/ 772834 w 2160688"/>
                <a:gd name="connsiteY1" fmla="*/ 571954 h 836097"/>
                <a:gd name="connsiteX2" fmla="*/ 1081182 w 2160688"/>
                <a:gd name="connsiteY2" fmla="*/ 7 h 836097"/>
                <a:gd name="connsiteX3" fmla="*/ 1361557 w 2160688"/>
                <a:gd name="connsiteY3" fmla="*/ 584480 h 836097"/>
                <a:gd name="connsiteX4" fmla="*/ 2122158 w 2160688"/>
                <a:gd name="connsiteY4" fmla="*/ 836097 h 836097"/>
                <a:gd name="connsiteX5" fmla="*/ 40206 w 2160688"/>
                <a:gd name="connsiteY5" fmla="*/ 836097 h 836097"/>
                <a:gd name="connsiteX0" fmla="*/ 38746 w 2159228"/>
                <a:gd name="connsiteY0" fmla="*/ 836097 h 836097"/>
                <a:gd name="connsiteX1" fmla="*/ 771374 w 2159228"/>
                <a:gd name="connsiteY1" fmla="*/ 571954 h 836097"/>
                <a:gd name="connsiteX2" fmla="*/ 1079722 w 2159228"/>
                <a:gd name="connsiteY2" fmla="*/ 7 h 836097"/>
                <a:gd name="connsiteX3" fmla="*/ 1360097 w 2159228"/>
                <a:gd name="connsiteY3" fmla="*/ 584480 h 836097"/>
                <a:gd name="connsiteX4" fmla="*/ 2120698 w 2159228"/>
                <a:gd name="connsiteY4" fmla="*/ 836097 h 836097"/>
                <a:gd name="connsiteX5" fmla="*/ 38746 w 2159228"/>
                <a:gd name="connsiteY5" fmla="*/ 836097 h 83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228" h="836097">
                  <a:moveTo>
                    <a:pt x="38746" y="836097"/>
                  </a:moveTo>
                  <a:cubicBezTo>
                    <a:pt x="-186141" y="792073"/>
                    <a:pt x="635456" y="736354"/>
                    <a:pt x="771374" y="571954"/>
                  </a:cubicBezTo>
                  <a:cubicBezTo>
                    <a:pt x="907292" y="407554"/>
                    <a:pt x="981602" y="-2081"/>
                    <a:pt x="1079722" y="7"/>
                  </a:cubicBezTo>
                  <a:cubicBezTo>
                    <a:pt x="1173180" y="194831"/>
                    <a:pt x="1166431" y="389656"/>
                    <a:pt x="1360097" y="584480"/>
                  </a:cubicBezTo>
                  <a:cubicBezTo>
                    <a:pt x="1553763" y="779304"/>
                    <a:pt x="2340923" y="794161"/>
                    <a:pt x="2120698" y="836097"/>
                  </a:cubicBezTo>
                  <a:lnTo>
                    <a:pt x="38746" y="8360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0" y="121254"/>
            <a:ext cx="3284942" cy="93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2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文本框 120"/>
          <p:cNvSpPr txBox="1"/>
          <p:nvPr userDrawn="1"/>
        </p:nvSpPr>
        <p:spPr>
          <a:xfrm>
            <a:off x="5507089" y="936810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/>
              <a:t>目录</a:t>
            </a:r>
          </a:p>
        </p:txBody>
      </p:sp>
      <p:sp>
        <p:nvSpPr>
          <p:cNvPr id="122" name="文本框 121"/>
          <p:cNvSpPr txBox="1"/>
          <p:nvPr userDrawn="1"/>
        </p:nvSpPr>
        <p:spPr>
          <a:xfrm>
            <a:off x="6327846" y="982977"/>
            <a:ext cx="212295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solidFill>
                  <a:srgbClr val="7B7D80"/>
                </a:solidFill>
              </a:rPr>
              <a:t>CONTENTS</a:t>
            </a:r>
            <a:endParaRPr lang="zh-CN" altLang="en-US" sz="2700" b="1" dirty="0">
              <a:solidFill>
                <a:srgbClr val="7B7D80"/>
              </a:solidFill>
            </a:endParaRPr>
          </a:p>
        </p:txBody>
      </p:sp>
      <p:pic>
        <p:nvPicPr>
          <p:cNvPr id="117" name="图片 11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0" y="121254"/>
            <a:ext cx="3284942" cy="935651"/>
          </a:xfrm>
          <a:prstGeom prst="rect">
            <a:avLst/>
          </a:prstGeom>
        </p:spPr>
      </p:pic>
      <p:grpSp>
        <p:nvGrpSpPr>
          <p:cNvPr id="55" name="组合 54"/>
          <p:cNvGrpSpPr/>
          <p:nvPr userDrawn="1"/>
        </p:nvGrpSpPr>
        <p:grpSpPr>
          <a:xfrm>
            <a:off x="0" y="6596743"/>
            <a:ext cx="9144000" cy="289392"/>
            <a:chOff x="0" y="6418402"/>
            <a:chExt cx="12192000" cy="439598"/>
          </a:xfrm>
          <a:solidFill>
            <a:srgbClr val="7D7D7D"/>
          </a:solidFill>
        </p:grpSpPr>
        <p:sp>
          <p:nvSpPr>
            <p:cNvPr id="56" name="矩形 55"/>
            <p:cNvSpPr/>
            <p:nvPr userDrawn="1"/>
          </p:nvSpPr>
          <p:spPr>
            <a:xfrm>
              <a:off x="0" y="6554804"/>
              <a:ext cx="12192000" cy="303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7" name="椭圆 56"/>
            <p:cNvSpPr>
              <a:spLocks noChangeAspect="1"/>
            </p:cNvSpPr>
            <p:nvPr userDrawn="1"/>
          </p:nvSpPr>
          <p:spPr>
            <a:xfrm>
              <a:off x="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椭圆 57"/>
            <p:cNvSpPr>
              <a:spLocks noChangeAspect="1"/>
            </p:cNvSpPr>
            <p:nvPr userDrawn="1"/>
          </p:nvSpPr>
          <p:spPr>
            <a:xfrm>
              <a:off x="2602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9" name="椭圆 58"/>
            <p:cNvSpPr>
              <a:spLocks noChangeAspect="1"/>
            </p:cNvSpPr>
            <p:nvPr userDrawn="1"/>
          </p:nvSpPr>
          <p:spPr>
            <a:xfrm>
              <a:off x="5204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椭圆 59"/>
            <p:cNvSpPr>
              <a:spLocks noChangeAspect="1"/>
            </p:cNvSpPr>
            <p:nvPr userDrawn="1"/>
          </p:nvSpPr>
          <p:spPr>
            <a:xfrm>
              <a:off x="7807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1" name="椭圆 60"/>
            <p:cNvSpPr>
              <a:spLocks noChangeAspect="1"/>
            </p:cNvSpPr>
            <p:nvPr userDrawn="1"/>
          </p:nvSpPr>
          <p:spPr>
            <a:xfrm>
              <a:off x="10409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2" name="椭圆 61"/>
            <p:cNvSpPr>
              <a:spLocks noChangeAspect="1"/>
            </p:cNvSpPr>
            <p:nvPr userDrawn="1"/>
          </p:nvSpPr>
          <p:spPr>
            <a:xfrm>
              <a:off x="13012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3" name="椭圆 62"/>
            <p:cNvSpPr>
              <a:spLocks noChangeAspect="1"/>
            </p:cNvSpPr>
            <p:nvPr userDrawn="1"/>
          </p:nvSpPr>
          <p:spPr>
            <a:xfrm>
              <a:off x="15614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4" name="椭圆 63"/>
            <p:cNvSpPr>
              <a:spLocks noChangeAspect="1"/>
            </p:cNvSpPr>
            <p:nvPr userDrawn="1"/>
          </p:nvSpPr>
          <p:spPr>
            <a:xfrm>
              <a:off x="18217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5" name="椭圆 64"/>
            <p:cNvSpPr>
              <a:spLocks noChangeAspect="1"/>
            </p:cNvSpPr>
            <p:nvPr userDrawn="1"/>
          </p:nvSpPr>
          <p:spPr>
            <a:xfrm>
              <a:off x="20819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6" name="椭圆 65"/>
            <p:cNvSpPr>
              <a:spLocks noChangeAspect="1"/>
            </p:cNvSpPr>
            <p:nvPr userDrawn="1"/>
          </p:nvSpPr>
          <p:spPr>
            <a:xfrm>
              <a:off x="23421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7" name="椭圆 66"/>
            <p:cNvSpPr>
              <a:spLocks noChangeAspect="1"/>
            </p:cNvSpPr>
            <p:nvPr userDrawn="1"/>
          </p:nvSpPr>
          <p:spPr>
            <a:xfrm>
              <a:off x="26024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8" name="椭圆 117"/>
            <p:cNvSpPr>
              <a:spLocks noChangeAspect="1"/>
            </p:cNvSpPr>
            <p:nvPr userDrawn="1"/>
          </p:nvSpPr>
          <p:spPr>
            <a:xfrm>
              <a:off x="28626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9" name="椭圆 118"/>
            <p:cNvSpPr>
              <a:spLocks noChangeAspect="1"/>
            </p:cNvSpPr>
            <p:nvPr userDrawn="1"/>
          </p:nvSpPr>
          <p:spPr>
            <a:xfrm>
              <a:off x="31229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0" name="椭圆 119"/>
            <p:cNvSpPr>
              <a:spLocks noChangeAspect="1"/>
            </p:cNvSpPr>
            <p:nvPr userDrawn="1"/>
          </p:nvSpPr>
          <p:spPr>
            <a:xfrm>
              <a:off x="33831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3" name="椭圆 122"/>
            <p:cNvSpPr>
              <a:spLocks noChangeAspect="1"/>
            </p:cNvSpPr>
            <p:nvPr userDrawn="1"/>
          </p:nvSpPr>
          <p:spPr>
            <a:xfrm>
              <a:off x="36434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4" name="椭圆 123"/>
            <p:cNvSpPr>
              <a:spLocks noChangeAspect="1"/>
            </p:cNvSpPr>
            <p:nvPr userDrawn="1"/>
          </p:nvSpPr>
          <p:spPr>
            <a:xfrm>
              <a:off x="39036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5" name="椭圆 124"/>
            <p:cNvSpPr>
              <a:spLocks noChangeAspect="1"/>
            </p:cNvSpPr>
            <p:nvPr userDrawn="1"/>
          </p:nvSpPr>
          <p:spPr>
            <a:xfrm>
              <a:off x="41639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6" name="椭圆 125"/>
            <p:cNvSpPr>
              <a:spLocks noChangeAspect="1"/>
            </p:cNvSpPr>
            <p:nvPr userDrawn="1"/>
          </p:nvSpPr>
          <p:spPr>
            <a:xfrm>
              <a:off x="44241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7" name="椭圆 126"/>
            <p:cNvSpPr>
              <a:spLocks noChangeAspect="1"/>
            </p:cNvSpPr>
            <p:nvPr userDrawn="1"/>
          </p:nvSpPr>
          <p:spPr>
            <a:xfrm>
              <a:off x="46843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8" name="椭圆 127"/>
            <p:cNvSpPr>
              <a:spLocks noChangeAspect="1"/>
            </p:cNvSpPr>
            <p:nvPr userDrawn="1"/>
          </p:nvSpPr>
          <p:spPr>
            <a:xfrm>
              <a:off x="49446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9" name="椭圆 128"/>
            <p:cNvSpPr>
              <a:spLocks noChangeAspect="1"/>
            </p:cNvSpPr>
            <p:nvPr userDrawn="1"/>
          </p:nvSpPr>
          <p:spPr>
            <a:xfrm>
              <a:off x="52048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0" name="椭圆 129"/>
            <p:cNvSpPr>
              <a:spLocks noChangeAspect="1"/>
            </p:cNvSpPr>
            <p:nvPr userDrawn="1"/>
          </p:nvSpPr>
          <p:spPr>
            <a:xfrm>
              <a:off x="546512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1" name="椭圆 130"/>
            <p:cNvSpPr>
              <a:spLocks noChangeAspect="1"/>
            </p:cNvSpPr>
            <p:nvPr userDrawn="1"/>
          </p:nvSpPr>
          <p:spPr>
            <a:xfrm>
              <a:off x="572536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2" name="椭圆 131"/>
            <p:cNvSpPr>
              <a:spLocks noChangeAspect="1"/>
            </p:cNvSpPr>
            <p:nvPr userDrawn="1"/>
          </p:nvSpPr>
          <p:spPr>
            <a:xfrm>
              <a:off x="598561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3" name="椭圆 132"/>
            <p:cNvSpPr>
              <a:spLocks noChangeAspect="1"/>
            </p:cNvSpPr>
            <p:nvPr userDrawn="1"/>
          </p:nvSpPr>
          <p:spPr>
            <a:xfrm>
              <a:off x="624585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4" name="椭圆 133"/>
            <p:cNvSpPr>
              <a:spLocks noChangeAspect="1"/>
            </p:cNvSpPr>
            <p:nvPr userDrawn="1"/>
          </p:nvSpPr>
          <p:spPr>
            <a:xfrm>
              <a:off x="650610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5" name="椭圆 134"/>
            <p:cNvSpPr>
              <a:spLocks noChangeAspect="1"/>
            </p:cNvSpPr>
            <p:nvPr userDrawn="1"/>
          </p:nvSpPr>
          <p:spPr>
            <a:xfrm>
              <a:off x="67663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6" name="椭圆 135"/>
            <p:cNvSpPr>
              <a:spLocks noChangeAspect="1"/>
            </p:cNvSpPr>
            <p:nvPr userDrawn="1"/>
          </p:nvSpPr>
          <p:spPr>
            <a:xfrm>
              <a:off x="70265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7" name="椭圆 136"/>
            <p:cNvSpPr>
              <a:spLocks noChangeAspect="1"/>
            </p:cNvSpPr>
            <p:nvPr userDrawn="1"/>
          </p:nvSpPr>
          <p:spPr>
            <a:xfrm>
              <a:off x="72868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8" name="椭圆 137"/>
            <p:cNvSpPr>
              <a:spLocks noChangeAspect="1"/>
            </p:cNvSpPr>
            <p:nvPr userDrawn="1"/>
          </p:nvSpPr>
          <p:spPr>
            <a:xfrm>
              <a:off x="75470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9" name="椭圆 138"/>
            <p:cNvSpPr>
              <a:spLocks noChangeAspect="1"/>
            </p:cNvSpPr>
            <p:nvPr userDrawn="1"/>
          </p:nvSpPr>
          <p:spPr>
            <a:xfrm>
              <a:off x="78073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0" name="椭圆 139"/>
            <p:cNvSpPr>
              <a:spLocks noChangeAspect="1"/>
            </p:cNvSpPr>
            <p:nvPr userDrawn="1"/>
          </p:nvSpPr>
          <p:spPr>
            <a:xfrm>
              <a:off x="80675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1" name="椭圆 140"/>
            <p:cNvSpPr>
              <a:spLocks noChangeAspect="1"/>
            </p:cNvSpPr>
            <p:nvPr userDrawn="1"/>
          </p:nvSpPr>
          <p:spPr>
            <a:xfrm>
              <a:off x="83278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2" name="椭圆 141"/>
            <p:cNvSpPr>
              <a:spLocks noChangeAspect="1"/>
            </p:cNvSpPr>
            <p:nvPr userDrawn="1"/>
          </p:nvSpPr>
          <p:spPr>
            <a:xfrm>
              <a:off x="85880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3" name="椭圆 142"/>
            <p:cNvSpPr>
              <a:spLocks noChangeAspect="1"/>
            </p:cNvSpPr>
            <p:nvPr userDrawn="1"/>
          </p:nvSpPr>
          <p:spPr>
            <a:xfrm>
              <a:off x="88482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4" name="椭圆 143"/>
            <p:cNvSpPr>
              <a:spLocks noChangeAspect="1"/>
            </p:cNvSpPr>
            <p:nvPr userDrawn="1"/>
          </p:nvSpPr>
          <p:spPr>
            <a:xfrm>
              <a:off x="91085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5" name="椭圆 144"/>
            <p:cNvSpPr>
              <a:spLocks noChangeAspect="1"/>
            </p:cNvSpPr>
            <p:nvPr userDrawn="1"/>
          </p:nvSpPr>
          <p:spPr>
            <a:xfrm>
              <a:off x="93687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6" name="椭圆 145"/>
            <p:cNvSpPr>
              <a:spLocks noChangeAspect="1"/>
            </p:cNvSpPr>
            <p:nvPr userDrawn="1"/>
          </p:nvSpPr>
          <p:spPr>
            <a:xfrm>
              <a:off x="96290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7" name="椭圆 146"/>
            <p:cNvSpPr>
              <a:spLocks noChangeAspect="1"/>
            </p:cNvSpPr>
            <p:nvPr userDrawn="1"/>
          </p:nvSpPr>
          <p:spPr>
            <a:xfrm>
              <a:off x="98892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8" name="椭圆 147"/>
            <p:cNvSpPr>
              <a:spLocks noChangeAspect="1"/>
            </p:cNvSpPr>
            <p:nvPr userDrawn="1"/>
          </p:nvSpPr>
          <p:spPr>
            <a:xfrm>
              <a:off x="101495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9" name="椭圆 148"/>
            <p:cNvSpPr>
              <a:spLocks noChangeAspect="1"/>
            </p:cNvSpPr>
            <p:nvPr userDrawn="1"/>
          </p:nvSpPr>
          <p:spPr>
            <a:xfrm>
              <a:off x="104097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0" name="椭圆 149"/>
            <p:cNvSpPr>
              <a:spLocks noChangeAspect="1"/>
            </p:cNvSpPr>
            <p:nvPr userDrawn="1"/>
          </p:nvSpPr>
          <p:spPr>
            <a:xfrm>
              <a:off x="106700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1" name="椭圆 150"/>
            <p:cNvSpPr>
              <a:spLocks noChangeAspect="1"/>
            </p:cNvSpPr>
            <p:nvPr userDrawn="1"/>
          </p:nvSpPr>
          <p:spPr>
            <a:xfrm>
              <a:off x="109302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2" name="椭圆 151"/>
            <p:cNvSpPr>
              <a:spLocks noChangeAspect="1"/>
            </p:cNvSpPr>
            <p:nvPr userDrawn="1"/>
          </p:nvSpPr>
          <p:spPr>
            <a:xfrm>
              <a:off x="111904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3" name="椭圆 152"/>
            <p:cNvSpPr>
              <a:spLocks noChangeAspect="1"/>
            </p:cNvSpPr>
            <p:nvPr userDrawn="1"/>
          </p:nvSpPr>
          <p:spPr>
            <a:xfrm>
              <a:off x="114507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4" name="椭圆 153"/>
            <p:cNvSpPr>
              <a:spLocks noChangeAspect="1"/>
            </p:cNvSpPr>
            <p:nvPr userDrawn="1"/>
          </p:nvSpPr>
          <p:spPr>
            <a:xfrm>
              <a:off x="117109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5" name="任意多边形 154"/>
            <p:cNvSpPr>
              <a:spLocks noChangeAspect="1"/>
            </p:cNvSpPr>
            <p:nvPr userDrawn="1"/>
          </p:nvSpPr>
          <p:spPr>
            <a:xfrm>
              <a:off x="11971228" y="6418402"/>
              <a:ext cx="220772" cy="288000"/>
            </a:xfrm>
            <a:custGeom>
              <a:avLst/>
              <a:gdLst>
                <a:gd name="connsiteX0" fmla="*/ 144000 w 220772"/>
                <a:gd name="connsiteY0" fmla="*/ 0 h 288000"/>
                <a:gd name="connsiteX1" fmla="*/ 200051 w 220772"/>
                <a:gd name="connsiteY1" fmla="*/ 11316 h 288000"/>
                <a:gd name="connsiteX2" fmla="*/ 220772 w 220772"/>
                <a:gd name="connsiteY2" fmla="*/ 25287 h 288000"/>
                <a:gd name="connsiteX3" fmla="*/ 220772 w 220772"/>
                <a:gd name="connsiteY3" fmla="*/ 262714 h 288000"/>
                <a:gd name="connsiteX4" fmla="*/ 200051 w 220772"/>
                <a:gd name="connsiteY4" fmla="*/ 276684 h 288000"/>
                <a:gd name="connsiteX5" fmla="*/ 144000 w 220772"/>
                <a:gd name="connsiteY5" fmla="*/ 288000 h 288000"/>
                <a:gd name="connsiteX6" fmla="*/ 0 w 220772"/>
                <a:gd name="connsiteY6" fmla="*/ 144000 h 288000"/>
                <a:gd name="connsiteX7" fmla="*/ 144000 w 220772"/>
                <a:gd name="connsiteY7" fmla="*/ 0 h 2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772" h="288000">
                  <a:moveTo>
                    <a:pt x="144000" y="0"/>
                  </a:moveTo>
                  <a:cubicBezTo>
                    <a:pt x="163882" y="0"/>
                    <a:pt x="182823" y="4030"/>
                    <a:pt x="200051" y="11316"/>
                  </a:cubicBezTo>
                  <a:lnTo>
                    <a:pt x="220772" y="25287"/>
                  </a:lnTo>
                  <a:lnTo>
                    <a:pt x="220772" y="262714"/>
                  </a:lnTo>
                  <a:lnTo>
                    <a:pt x="200051" y="276684"/>
                  </a:lnTo>
                  <a:cubicBezTo>
                    <a:pt x="182823" y="283971"/>
                    <a:pt x="163882" y="288000"/>
                    <a:pt x="144000" y="288000"/>
                  </a:cubicBezTo>
                  <a:cubicBezTo>
                    <a:pt x="64471" y="288000"/>
                    <a:pt x="0" y="223529"/>
                    <a:pt x="0" y="144000"/>
                  </a:cubicBezTo>
                  <a:cubicBezTo>
                    <a:pt x="0" y="64471"/>
                    <a:pt x="64471" y="0"/>
                    <a:pt x="144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35852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6596743"/>
            <a:ext cx="9144000" cy="289392"/>
            <a:chOff x="0" y="6418402"/>
            <a:chExt cx="12192000" cy="439598"/>
          </a:xfrm>
          <a:solidFill>
            <a:srgbClr val="00467F"/>
          </a:solidFill>
        </p:grpSpPr>
        <p:sp>
          <p:nvSpPr>
            <p:cNvPr id="3" name="矩形 2"/>
            <p:cNvSpPr/>
            <p:nvPr userDrawn="1"/>
          </p:nvSpPr>
          <p:spPr>
            <a:xfrm>
              <a:off x="0" y="6554804"/>
              <a:ext cx="12192000" cy="303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" name="椭圆 3"/>
            <p:cNvSpPr>
              <a:spLocks noChangeAspect="1"/>
            </p:cNvSpPr>
            <p:nvPr userDrawn="1"/>
          </p:nvSpPr>
          <p:spPr>
            <a:xfrm>
              <a:off x="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椭圆 4"/>
            <p:cNvSpPr>
              <a:spLocks noChangeAspect="1"/>
            </p:cNvSpPr>
            <p:nvPr userDrawn="1"/>
          </p:nvSpPr>
          <p:spPr>
            <a:xfrm>
              <a:off x="2602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椭圆 5"/>
            <p:cNvSpPr>
              <a:spLocks noChangeAspect="1"/>
            </p:cNvSpPr>
            <p:nvPr userDrawn="1"/>
          </p:nvSpPr>
          <p:spPr>
            <a:xfrm>
              <a:off x="5204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椭圆 6"/>
            <p:cNvSpPr>
              <a:spLocks noChangeAspect="1"/>
            </p:cNvSpPr>
            <p:nvPr userDrawn="1"/>
          </p:nvSpPr>
          <p:spPr>
            <a:xfrm>
              <a:off x="7807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椭圆 7"/>
            <p:cNvSpPr>
              <a:spLocks noChangeAspect="1"/>
            </p:cNvSpPr>
            <p:nvPr userDrawn="1"/>
          </p:nvSpPr>
          <p:spPr>
            <a:xfrm>
              <a:off x="10409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>
              <a:spLocks noChangeAspect="1"/>
            </p:cNvSpPr>
            <p:nvPr userDrawn="1"/>
          </p:nvSpPr>
          <p:spPr>
            <a:xfrm>
              <a:off x="13012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>
              <a:spLocks noChangeAspect="1"/>
            </p:cNvSpPr>
            <p:nvPr userDrawn="1"/>
          </p:nvSpPr>
          <p:spPr>
            <a:xfrm>
              <a:off x="15614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椭圆 10"/>
            <p:cNvSpPr>
              <a:spLocks noChangeAspect="1"/>
            </p:cNvSpPr>
            <p:nvPr userDrawn="1"/>
          </p:nvSpPr>
          <p:spPr>
            <a:xfrm>
              <a:off x="18217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>
              <a:spLocks noChangeAspect="1"/>
            </p:cNvSpPr>
            <p:nvPr userDrawn="1"/>
          </p:nvSpPr>
          <p:spPr>
            <a:xfrm>
              <a:off x="20819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椭圆 12"/>
            <p:cNvSpPr>
              <a:spLocks noChangeAspect="1"/>
            </p:cNvSpPr>
            <p:nvPr userDrawn="1"/>
          </p:nvSpPr>
          <p:spPr>
            <a:xfrm>
              <a:off x="23421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>
              <a:spLocks noChangeAspect="1"/>
            </p:cNvSpPr>
            <p:nvPr userDrawn="1"/>
          </p:nvSpPr>
          <p:spPr>
            <a:xfrm>
              <a:off x="26024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>
              <a:spLocks noChangeAspect="1"/>
            </p:cNvSpPr>
            <p:nvPr userDrawn="1"/>
          </p:nvSpPr>
          <p:spPr>
            <a:xfrm>
              <a:off x="28626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>
              <a:spLocks noChangeAspect="1"/>
            </p:cNvSpPr>
            <p:nvPr userDrawn="1"/>
          </p:nvSpPr>
          <p:spPr>
            <a:xfrm>
              <a:off x="31229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" name="椭圆 16"/>
            <p:cNvSpPr>
              <a:spLocks noChangeAspect="1"/>
            </p:cNvSpPr>
            <p:nvPr userDrawn="1"/>
          </p:nvSpPr>
          <p:spPr>
            <a:xfrm>
              <a:off x="33831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8" name="椭圆 17"/>
            <p:cNvSpPr>
              <a:spLocks noChangeAspect="1"/>
            </p:cNvSpPr>
            <p:nvPr userDrawn="1"/>
          </p:nvSpPr>
          <p:spPr>
            <a:xfrm>
              <a:off x="36434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>
              <a:spLocks noChangeAspect="1"/>
            </p:cNvSpPr>
            <p:nvPr userDrawn="1"/>
          </p:nvSpPr>
          <p:spPr>
            <a:xfrm>
              <a:off x="39036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椭圆 19"/>
            <p:cNvSpPr>
              <a:spLocks noChangeAspect="1"/>
            </p:cNvSpPr>
            <p:nvPr userDrawn="1"/>
          </p:nvSpPr>
          <p:spPr>
            <a:xfrm>
              <a:off x="41639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椭圆 20"/>
            <p:cNvSpPr>
              <a:spLocks noChangeAspect="1"/>
            </p:cNvSpPr>
            <p:nvPr userDrawn="1"/>
          </p:nvSpPr>
          <p:spPr>
            <a:xfrm>
              <a:off x="44241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>
              <a:spLocks noChangeAspect="1"/>
            </p:cNvSpPr>
            <p:nvPr userDrawn="1"/>
          </p:nvSpPr>
          <p:spPr>
            <a:xfrm>
              <a:off x="46843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椭圆 22"/>
            <p:cNvSpPr>
              <a:spLocks noChangeAspect="1"/>
            </p:cNvSpPr>
            <p:nvPr userDrawn="1"/>
          </p:nvSpPr>
          <p:spPr>
            <a:xfrm>
              <a:off x="49446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>
              <a:spLocks noChangeAspect="1"/>
            </p:cNvSpPr>
            <p:nvPr userDrawn="1"/>
          </p:nvSpPr>
          <p:spPr>
            <a:xfrm>
              <a:off x="52048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>
              <a:spLocks noChangeAspect="1"/>
            </p:cNvSpPr>
            <p:nvPr userDrawn="1"/>
          </p:nvSpPr>
          <p:spPr>
            <a:xfrm>
              <a:off x="546512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椭圆 25"/>
            <p:cNvSpPr>
              <a:spLocks noChangeAspect="1"/>
            </p:cNvSpPr>
            <p:nvPr userDrawn="1"/>
          </p:nvSpPr>
          <p:spPr>
            <a:xfrm>
              <a:off x="572536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椭圆 26"/>
            <p:cNvSpPr>
              <a:spLocks noChangeAspect="1"/>
            </p:cNvSpPr>
            <p:nvPr userDrawn="1"/>
          </p:nvSpPr>
          <p:spPr>
            <a:xfrm>
              <a:off x="598561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8" name="椭圆 27"/>
            <p:cNvSpPr>
              <a:spLocks noChangeAspect="1"/>
            </p:cNvSpPr>
            <p:nvPr userDrawn="1"/>
          </p:nvSpPr>
          <p:spPr>
            <a:xfrm>
              <a:off x="624585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9" name="椭圆 28"/>
            <p:cNvSpPr>
              <a:spLocks noChangeAspect="1"/>
            </p:cNvSpPr>
            <p:nvPr userDrawn="1"/>
          </p:nvSpPr>
          <p:spPr>
            <a:xfrm>
              <a:off x="650610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椭圆 29"/>
            <p:cNvSpPr>
              <a:spLocks noChangeAspect="1"/>
            </p:cNvSpPr>
            <p:nvPr userDrawn="1"/>
          </p:nvSpPr>
          <p:spPr>
            <a:xfrm>
              <a:off x="67663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1" name="椭圆 30"/>
            <p:cNvSpPr>
              <a:spLocks noChangeAspect="1"/>
            </p:cNvSpPr>
            <p:nvPr userDrawn="1"/>
          </p:nvSpPr>
          <p:spPr>
            <a:xfrm>
              <a:off x="70265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2" name="椭圆 31"/>
            <p:cNvSpPr>
              <a:spLocks noChangeAspect="1"/>
            </p:cNvSpPr>
            <p:nvPr userDrawn="1"/>
          </p:nvSpPr>
          <p:spPr>
            <a:xfrm>
              <a:off x="72868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3" name="椭圆 32"/>
            <p:cNvSpPr>
              <a:spLocks noChangeAspect="1"/>
            </p:cNvSpPr>
            <p:nvPr userDrawn="1"/>
          </p:nvSpPr>
          <p:spPr>
            <a:xfrm>
              <a:off x="75470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4" name="椭圆 33"/>
            <p:cNvSpPr>
              <a:spLocks noChangeAspect="1"/>
            </p:cNvSpPr>
            <p:nvPr userDrawn="1"/>
          </p:nvSpPr>
          <p:spPr>
            <a:xfrm>
              <a:off x="78073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椭圆 34"/>
            <p:cNvSpPr>
              <a:spLocks noChangeAspect="1"/>
            </p:cNvSpPr>
            <p:nvPr userDrawn="1"/>
          </p:nvSpPr>
          <p:spPr>
            <a:xfrm>
              <a:off x="80675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6" name="椭圆 35"/>
            <p:cNvSpPr>
              <a:spLocks noChangeAspect="1"/>
            </p:cNvSpPr>
            <p:nvPr userDrawn="1"/>
          </p:nvSpPr>
          <p:spPr>
            <a:xfrm>
              <a:off x="83278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椭圆 36"/>
            <p:cNvSpPr>
              <a:spLocks noChangeAspect="1"/>
            </p:cNvSpPr>
            <p:nvPr userDrawn="1"/>
          </p:nvSpPr>
          <p:spPr>
            <a:xfrm>
              <a:off x="85880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椭圆 37"/>
            <p:cNvSpPr>
              <a:spLocks noChangeAspect="1"/>
            </p:cNvSpPr>
            <p:nvPr userDrawn="1"/>
          </p:nvSpPr>
          <p:spPr>
            <a:xfrm>
              <a:off x="88482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椭圆 38"/>
            <p:cNvSpPr>
              <a:spLocks noChangeAspect="1"/>
            </p:cNvSpPr>
            <p:nvPr userDrawn="1"/>
          </p:nvSpPr>
          <p:spPr>
            <a:xfrm>
              <a:off x="91085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0" name="椭圆 39"/>
            <p:cNvSpPr>
              <a:spLocks noChangeAspect="1"/>
            </p:cNvSpPr>
            <p:nvPr userDrawn="1"/>
          </p:nvSpPr>
          <p:spPr>
            <a:xfrm>
              <a:off x="93687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椭圆 40"/>
            <p:cNvSpPr>
              <a:spLocks noChangeAspect="1"/>
            </p:cNvSpPr>
            <p:nvPr userDrawn="1"/>
          </p:nvSpPr>
          <p:spPr>
            <a:xfrm>
              <a:off x="96290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" name="椭圆 41"/>
            <p:cNvSpPr>
              <a:spLocks noChangeAspect="1"/>
            </p:cNvSpPr>
            <p:nvPr userDrawn="1"/>
          </p:nvSpPr>
          <p:spPr>
            <a:xfrm>
              <a:off x="98892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" name="椭圆 42"/>
            <p:cNvSpPr>
              <a:spLocks noChangeAspect="1"/>
            </p:cNvSpPr>
            <p:nvPr userDrawn="1"/>
          </p:nvSpPr>
          <p:spPr>
            <a:xfrm>
              <a:off x="101495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4" name="椭圆 43"/>
            <p:cNvSpPr>
              <a:spLocks noChangeAspect="1"/>
            </p:cNvSpPr>
            <p:nvPr userDrawn="1"/>
          </p:nvSpPr>
          <p:spPr>
            <a:xfrm>
              <a:off x="104097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椭圆 44"/>
            <p:cNvSpPr>
              <a:spLocks noChangeAspect="1"/>
            </p:cNvSpPr>
            <p:nvPr userDrawn="1"/>
          </p:nvSpPr>
          <p:spPr>
            <a:xfrm>
              <a:off x="106700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>
              <a:spLocks noChangeAspect="1"/>
            </p:cNvSpPr>
            <p:nvPr userDrawn="1"/>
          </p:nvSpPr>
          <p:spPr>
            <a:xfrm>
              <a:off x="109302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>
              <a:spLocks noChangeAspect="1"/>
            </p:cNvSpPr>
            <p:nvPr userDrawn="1"/>
          </p:nvSpPr>
          <p:spPr>
            <a:xfrm>
              <a:off x="111904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8" name="椭圆 47"/>
            <p:cNvSpPr>
              <a:spLocks noChangeAspect="1"/>
            </p:cNvSpPr>
            <p:nvPr userDrawn="1"/>
          </p:nvSpPr>
          <p:spPr>
            <a:xfrm>
              <a:off x="114507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椭圆 48"/>
            <p:cNvSpPr>
              <a:spLocks noChangeAspect="1"/>
            </p:cNvSpPr>
            <p:nvPr userDrawn="1"/>
          </p:nvSpPr>
          <p:spPr>
            <a:xfrm>
              <a:off x="117109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任意多边形 49"/>
            <p:cNvSpPr>
              <a:spLocks noChangeAspect="1"/>
            </p:cNvSpPr>
            <p:nvPr userDrawn="1"/>
          </p:nvSpPr>
          <p:spPr>
            <a:xfrm>
              <a:off x="11971228" y="6418402"/>
              <a:ext cx="220772" cy="288000"/>
            </a:xfrm>
            <a:custGeom>
              <a:avLst/>
              <a:gdLst>
                <a:gd name="connsiteX0" fmla="*/ 144000 w 220772"/>
                <a:gd name="connsiteY0" fmla="*/ 0 h 288000"/>
                <a:gd name="connsiteX1" fmla="*/ 200051 w 220772"/>
                <a:gd name="connsiteY1" fmla="*/ 11316 h 288000"/>
                <a:gd name="connsiteX2" fmla="*/ 220772 w 220772"/>
                <a:gd name="connsiteY2" fmla="*/ 25287 h 288000"/>
                <a:gd name="connsiteX3" fmla="*/ 220772 w 220772"/>
                <a:gd name="connsiteY3" fmla="*/ 262714 h 288000"/>
                <a:gd name="connsiteX4" fmla="*/ 200051 w 220772"/>
                <a:gd name="connsiteY4" fmla="*/ 276684 h 288000"/>
                <a:gd name="connsiteX5" fmla="*/ 144000 w 220772"/>
                <a:gd name="connsiteY5" fmla="*/ 288000 h 288000"/>
                <a:gd name="connsiteX6" fmla="*/ 0 w 220772"/>
                <a:gd name="connsiteY6" fmla="*/ 144000 h 288000"/>
                <a:gd name="connsiteX7" fmla="*/ 144000 w 220772"/>
                <a:gd name="connsiteY7" fmla="*/ 0 h 2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772" h="288000">
                  <a:moveTo>
                    <a:pt x="144000" y="0"/>
                  </a:moveTo>
                  <a:cubicBezTo>
                    <a:pt x="163882" y="0"/>
                    <a:pt x="182823" y="4030"/>
                    <a:pt x="200051" y="11316"/>
                  </a:cubicBezTo>
                  <a:lnTo>
                    <a:pt x="220772" y="25287"/>
                  </a:lnTo>
                  <a:lnTo>
                    <a:pt x="220772" y="262714"/>
                  </a:lnTo>
                  <a:lnTo>
                    <a:pt x="200051" y="276684"/>
                  </a:lnTo>
                  <a:cubicBezTo>
                    <a:pt x="182823" y="283971"/>
                    <a:pt x="163882" y="288000"/>
                    <a:pt x="144000" y="288000"/>
                  </a:cubicBezTo>
                  <a:cubicBezTo>
                    <a:pt x="64471" y="288000"/>
                    <a:pt x="0" y="223529"/>
                    <a:pt x="0" y="144000"/>
                  </a:cubicBezTo>
                  <a:cubicBezTo>
                    <a:pt x="0" y="64471"/>
                    <a:pt x="64471" y="0"/>
                    <a:pt x="144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4" name="矩形 53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9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6596743"/>
            <a:ext cx="9144000" cy="289392"/>
            <a:chOff x="0" y="6418402"/>
            <a:chExt cx="12192000" cy="439598"/>
          </a:xfrm>
          <a:solidFill>
            <a:srgbClr val="7D7D7D"/>
          </a:solidFill>
        </p:grpSpPr>
        <p:sp>
          <p:nvSpPr>
            <p:cNvPr id="3" name="矩形 2"/>
            <p:cNvSpPr/>
            <p:nvPr userDrawn="1"/>
          </p:nvSpPr>
          <p:spPr>
            <a:xfrm>
              <a:off x="0" y="6554804"/>
              <a:ext cx="12192000" cy="303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" name="椭圆 3"/>
            <p:cNvSpPr>
              <a:spLocks noChangeAspect="1"/>
            </p:cNvSpPr>
            <p:nvPr userDrawn="1"/>
          </p:nvSpPr>
          <p:spPr>
            <a:xfrm>
              <a:off x="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椭圆 4"/>
            <p:cNvSpPr>
              <a:spLocks noChangeAspect="1"/>
            </p:cNvSpPr>
            <p:nvPr userDrawn="1"/>
          </p:nvSpPr>
          <p:spPr>
            <a:xfrm>
              <a:off x="2602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椭圆 5"/>
            <p:cNvSpPr>
              <a:spLocks noChangeAspect="1"/>
            </p:cNvSpPr>
            <p:nvPr userDrawn="1"/>
          </p:nvSpPr>
          <p:spPr>
            <a:xfrm>
              <a:off x="5204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椭圆 6"/>
            <p:cNvSpPr>
              <a:spLocks noChangeAspect="1"/>
            </p:cNvSpPr>
            <p:nvPr userDrawn="1"/>
          </p:nvSpPr>
          <p:spPr>
            <a:xfrm>
              <a:off x="7807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椭圆 7"/>
            <p:cNvSpPr>
              <a:spLocks noChangeAspect="1"/>
            </p:cNvSpPr>
            <p:nvPr userDrawn="1"/>
          </p:nvSpPr>
          <p:spPr>
            <a:xfrm>
              <a:off x="10409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>
              <a:spLocks noChangeAspect="1"/>
            </p:cNvSpPr>
            <p:nvPr userDrawn="1"/>
          </p:nvSpPr>
          <p:spPr>
            <a:xfrm>
              <a:off x="13012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>
              <a:spLocks noChangeAspect="1"/>
            </p:cNvSpPr>
            <p:nvPr userDrawn="1"/>
          </p:nvSpPr>
          <p:spPr>
            <a:xfrm>
              <a:off x="15614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椭圆 10"/>
            <p:cNvSpPr>
              <a:spLocks noChangeAspect="1"/>
            </p:cNvSpPr>
            <p:nvPr userDrawn="1"/>
          </p:nvSpPr>
          <p:spPr>
            <a:xfrm>
              <a:off x="18217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>
              <a:spLocks noChangeAspect="1"/>
            </p:cNvSpPr>
            <p:nvPr userDrawn="1"/>
          </p:nvSpPr>
          <p:spPr>
            <a:xfrm>
              <a:off x="20819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椭圆 12"/>
            <p:cNvSpPr>
              <a:spLocks noChangeAspect="1"/>
            </p:cNvSpPr>
            <p:nvPr userDrawn="1"/>
          </p:nvSpPr>
          <p:spPr>
            <a:xfrm>
              <a:off x="23421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>
              <a:spLocks noChangeAspect="1"/>
            </p:cNvSpPr>
            <p:nvPr userDrawn="1"/>
          </p:nvSpPr>
          <p:spPr>
            <a:xfrm>
              <a:off x="26024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>
              <a:spLocks noChangeAspect="1"/>
            </p:cNvSpPr>
            <p:nvPr userDrawn="1"/>
          </p:nvSpPr>
          <p:spPr>
            <a:xfrm>
              <a:off x="28626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>
              <a:spLocks noChangeAspect="1"/>
            </p:cNvSpPr>
            <p:nvPr userDrawn="1"/>
          </p:nvSpPr>
          <p:spPr>
            <a:xfrm>
              <a:off x="31229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" name="椭圆 16"/>
            <p:cNvSpPr>
              <a:spLocks noChangeAspect="1"/>
            </p:cNvSpPr>
            <p:nvPr userDrawn="1"/>
          </p:nvSpPr>
          <p:spPr>
            <a:xfrm>
              <a:off x="33831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8" name="椭圆 17"/>
            <p:cNvSpPr>
              <a:spLocks noChangeAspect="1"/>
            </p:cNvSpPr>
            <p:nvPr userDrawn="1"/>
          </p:nvSpPr>
          <p:spPr>
            <a:xfrm>
              <a:off x="36434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>
              <a:spLocks noChangeAspect="1"/>
            </p:cNvSpPr>
            <p:nvPr userDrawn="1"/>
          </p:nvSpPr>
          <p:spPr>
            <a:xfrm>
              <a:off x="39036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椭圆 19"/>
            <p:cNvSpPr>
              <a:spLocks noChangeAspect="1"/>
            </p:cNvSpPr>
            <p:nvPr userDrawn="1"/>
          </p:nvSpPr>
          <p:spPr>
            <a:xfrm>
              <a:off x="41639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椭圆 20"/>
            <p:cNvSpPr>
              <a:spLocks noChangeAspect="1"/>
            </p:cNvSpPr>
            <p:nvPr userDrawn="1"/>
          </p:nvSpPr>
          <p:spPr>
            <a:xfrm>
              <a:off x="44241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>
              <a:spLocks noChangeAspect="1"/>
            </p:cNvSpPr>
            <p:nvPr userDrawn="1"/>
          </p:nvSpPr>
          <p:spPr>
            <a:xfrm>
              <a:off x="46843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椭圆 22"/>
            <p:cNvSpPr>
              <a:spLocks noChangeAspect="1"/>
            </p:cNvSpPr>
            <p:nvPr userDrawn="1"/>
          </p:nvSpPr>
          <p:spPr>
            <a:xfrm>
              <a:off x="49446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>
              <a:spLocks noChangeAspect="1"/>
            </p:cNvSpPr>
            <p:nvPr userDrawn="1"/>
          </p:nvSpPr>
          <p:spPr>
            <a:xfrm>
              <a:off x="52048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>
              <a:spLocks noChangeAspect="1"/>
            </p:cNvSpPr>
            <p:nvPr userDrawn="1"/>
          </p:nvSpPr>
          <p:spPr>
            <a:xfrm>
              <a:off x="546512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椭圆 25"/>
            <p:cNvSpPr>
              <a:spLocks noChangeAspect="1"/>
            </p:cNvSpPr>
            <p:nvPr userDrawn="1"/>
          </p:nvSpPr>
          <p:spPr>
            <a:xfrm>
              <a:off x="572536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椭圆 26"/>
            <p:cNvSpPr>
              <a:spLocks noChangeAspect="1"/>
            </p:cNvSpPr>
            <p:nvPr userDrawn="1"/>
          </p:nvSpPr>
          <p:spPr>
            <a:xfrm>
              <a:off x="598561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8" name="椭圆 27"/>
            <p:cNvSpPr>
              <a:spLocks noChangeAspect="1"/>
            </p:cNvSpPr>
            <p:nvPr userDrawn="1"/>
          </p:nvSpPr>
          <p:spPr>
            <a:xfrm>
              <a:off x="624585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9" name="椭圆 28"/>
            <p:cNvSpPr>
              <a:spLocks noChangeAspect="1"/>
            </p:cNvSpPr>
            <p:nvPr userDrawn="1"/>
          </p:nvSpPr>
          <p:spPr>
            <a:xfrm>
              <a:off x="650610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椭圆 29"/>
            <p:cNvSpPr>
              <a:spLocks noChangeAspect="1"/>
            </p:cNvSpPr>
            <p:nvPr userDrawn="1"/>
          </p:nvSpPr>
          <p:spPr>
            <a:xfrm>
              <a:off x="67663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1" name="椭圆 30"/>
            <p:cNvSpPr>
              <a:spLocks noChangeAspect="1"/>
            </p:cNvSpPr>
            <p:nvPr userDrawn="1"/>
          </p:nvSpPr>
          <p:spPr>
            <a:xfrm>
              <a:off x="70265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2" name="椭圆 31"/>
            <p:cNvSpPr>
              <a:spLocks noChangeAspect="1"/>
            </p:cNvSpPr>
            <p:nvPr userDrawn="1"/>
          </p:nvSpPr>
          <p:spPr>
            <a:xfrm>
              <a:off x="72868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3" name="椭圆 32"/>
            <p:cNvSpPr>
              <a:spLocks noChangeAspect="1"/>
            </p:cNvSpPr>
            <p:nvPr userDrawn="1"/>
          </p:nvSpPr>
          <p:spPr>
            <a:xfrm>
              <a:off x="75470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4" name="椭圆 33"/>
            <p:cNvSpPr>
              <a:spLocks noChangeAspect="1"/>
            </p:cNvSpPr>
            <p:nvPr userDrawn="1"/>
          </p:nvSpPr>
          <p:spPr>
            <a:xfrm>
              <a:off x="78073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5" name="椭圆 34"/>
            <p:cNvSpPr>
              <a:spLocks noChangeAspect="1"/>
            </p:cNvSpPr>
            <p:nvPr userDrawn="1"/>
          </p:nvSpPr>
          <p:spPr>
            <a:xfrm>
              <a:off x="80675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6" name="椭圆 35"/>
            <p:cNvSpPr>
              <a:spLocks noChangeAspect="1"/>
            </p:cNvSpPr>
            <p:nvPr userDrawn="1"/>
          </p:nvSpPr>
          <p:spPr>
            <a:xfrm>
              <a:off x="83278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椭圆 36"/>
            <p:cNvSpPr>
              <a:spLocks noChangeAspect="1"/>
            </p:cNvSpPr>
            <p:nvPr userDrawn="1"/>
          </p:nvSpPr>
          <p:spPr>
            <a:xfrm>
              <a:off x="85880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8" name="椭圆 37"/>
            <p:cNvSpPr>
              <a:spLocks noChangeAspect="1"/>
            </p:cNvSpPr>
            <p:nvPr userDrawn="1"/>
          </p:nvSpPr>
          <p:spPr>
            <a:xfrm>
              <a:off x="88482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椭圆 38"/>
            <p:cNvSpPr>
              <a:spLocks noChangeAspect="1"/>
            </p:cNvSpPr>
            <p:nvPr userDrawn="1"/>
          </p:nvSpPr>
          <p:spPr>
            <a:xfrm>
              <a:off x="91085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0" name="椭圆 39"/>
            <p:cNvSpPr>
              <a:spLocks noChangeAspect="1"/>
            </p:cNvSpPr>
            <p:nvPr userDrawn="1"/>
          </p:nvSpPr>
          <p:spPr>
            <a:xfrm>
              <a:off x="93687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椭圆 40"/>
            <p:cNvSpPr>
              <a:spLocks noChangeAspect="1"/>
            </p:cNvSpPr>
            <p:nvPr userDrawn="1"/>
          </p:nvSpPr>
          <p:spPr>
            <a:xfrm>
              <a:off x="96290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" name="椭圆 41"/>
            <p:cNvSpPr>
              <a:spLocks noChangeAspect="1"/>
            </p:cNvSpPr>
            <p:nvPr userDrawn="1"/>
          </p:nvSpPr>
          <p:spPr>
            <a:xfrm>
              <a:off x="98892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" name="椭圆 42"/>
            <p:cNvSpPr>
              <a:spLocks noChangeAspect="1"/>
            </p:cNvSpPr>
            <p:nvPr userDrawn="1"/>
          </p:nvSpPr>
          <p:spPr>
            <a:xfrm>
              <a:off x="101495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4" name="椭圆 43"/>
            <p:cNvSpPr>
              <a:spLocks noChangeAspect="1"/>
            </p:cNvSpPr>
            <p:nvPr userDrawn="1"/>
          </p:nvSpPr>
          <p:spPr>
            <a:xfrm>
              <a:off x="104097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椭圆 44"/>
            <p:cNvSpPr>
              <a:spLocks noChangeAspect="1"/>
            </p:cNvSpPr>
            <p:nvPr userDrawn="1"/>
          </p:nvSpPr>
          <p:spPr>
            <a:xfrm>
              <a:off x="106700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6" name="椭圆 45"/>
            <p:cNvSpPr>
              <a:spLocks noChangeAspect="1"/>
            </p:cNvSpPr>
            <p:nvPr userDrawn="1"/>
          </p:nvSpPr>
          <p:spPr>
            <a:xfrm>
              <a:off x="109302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>
              <a:spLocks noChangeAspect="1"/>
            </p:cNvSpPr>
            <p:nvPr userDrawn="1"/>
          </p:nvSpPr>
          <p:spPr>
            <a:xfrm>
              <a:off x="111904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8" name="椭圆 47"/>
            <p:cNvSpPr>
              <a:spLocks noChangeAspect="1"/>
            </p:cNvSpPr>
            <p:nvPr userDrawn="1"/>
          </p:nvSpPr>
          <p:spPr>
            <a:xfrm>
              <a:off x="114507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9" name="椭圆 48"/>
            <p:cNvSpPr>
              <a:spLocks noChangeAspect="1"/>
            </p:cNvSpPr>
            <p:nvPr userDrawn="1"/>
          </p:nvSpPr>
          <p:spPr>
            <a:xfrm>
              <a:off x="117109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任意多边形 49"/>
            <p:cNvSpPr>
              <a:spLocks noChangeAspect="1"/>
            </p:cNvSpPr>
            <p:nvPr userDrawn="1"/>
          </p:nvSpPr>
          <p:spPr>
            <a:xfrm>
              <a:off x="11971228" y="6418402"/>
              <a:ext cx="220772" cy="288000"/>
            </a:xfrm>
            <a:custGeom>
              <a:avLst/>
              <a:gdLst>
                <a:gd name="connsiteX0" fmla="*/ 144000 w 220772"/>
                <a:gd name="connsiteY0" fmla="*/ 0 h 288000"/>
                <a:gd name="connsiteX1" fmla="*/ 200051 w 220772"/>
                <a:gd name="connsiteY1" fmla="*/ 11316 h 288000"/>
                <a:gd name="connsiteX2" fmla="*/ 220772 w 220772"/>
                <a:gd name="connsiteY2" fmla="*/ 25287 h 288000"/>
                <a:gd name="connsiteX3" fmla="*/ 220772 w 220772"/>
                <a:gd name="connsiteY3" fmla="*/ 262714 h 288000"/>
                <a:gd name="connsiteX4" fmla="*/ 200051 w 220772"/>
                <a:gd name="connsiteY4" fmla="*/ 276684 h 288000"/>
                <a:gd name="connsiteX5" fmla="*/ 144000 w 220772"/>
                <a:gd name="connsiteY5" fmla="*/ 288000 h 288000"/>
                <a:gd name="connsiteX6" fmla="*/ 0 w 220772"/>
                <a:gd name="connsiteY6" fmla="*/ 144000 h 288000"/>
                <a:gd name="connsiteX7" fmla="*/ 144000 w 220772"/>
                <a:gd name="connsiteY7" fmla="*/ 0 h 2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772" h="288000">
                  <a:moveTo>
                    <a:pt x="144000" y="0"/>
                  </a:moveTo>
                  <a:cubicBezTo>
                    <a:pt x="163882" y="0"/>
                    <a:pt x="182823" y="4030"/>
                    <a:pt x="200051" y="11316"/>
                  </a:cubicBezTo>
                  <a:lnTo>
                    <a:pt x="220772" y="25287"/>
                  </a:lnTo>
                  <a:lnTo>
                    <a:pt x="220772" y="262714"/>
                  </a:lnTo>
                  <a:lnTo>
                    <a:pt x="200051" y="276684"/>
                  </a:lnTo>
                  <a:cubicBezTo>
                    <a:pt x="182823" y="283971"/>
                    <a:pt x="163882" y="288000"/>
                    <a:pt x="144000" y="288000"/>
                  </a:cubicBezTo>
                  <a:cubicBezTo>
                    <a:pt x="64471" y="288000"/>
                    <a:pt x="0" y="223529"/>
                    <a:pt x="0" y="144000"/>
                  </a:cubicBezTo>
                  <a:cubicBezTo>
                    <a:pt x="0" y="64471"/>
                    <a:pt x="64471" y="0"/>
                    <a:pt x="144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4" name="矩形 53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5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 userDrawn="1"/>
        </p:nvGrpSpPr>
        <p:grpSpPr>
          <a:xfrm>
            <a:off x="0" y="6596743"/>
            <a:ext cx="9144000" cy="289392"/>
            <a:chOff x="0" y="6418402"/>
            <a:chExt cx="12192000" cy="439598"/>
          </a:xfrm>
          <a:solidFill>
            <a:srgbClr val="7D7D7D"/>
          </a:solidFill>
        </p:grpSpPr>
        <p:sp>
          <p:nvSpPr>
            <p:cNvPr id="52" name="矩形 51"/>
            <p:cNvSpPr/>
            <p:nvPr userDrawn="1"/>
          </p:nvSpPr>
          <p:spPr>
            <a:xfrm>
              <a:off x="0" y="6554804"/>
              <a:ext cx="12192000" cy="30319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3" name="椭圆 52"/>
            <p:cNvSpPr>
              <a:spLocks noChangeAspect="1"/>
            </p:cNvSpPr>
            <p:nvPr userDrawn="1"/>
          </p:nvSpPr>
          <p:spPr>
            <a:xfrm>
              <a:off x="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4" name="椭圆 53"/>
            <p:cNvSpPr>
              <a:spLocks noChangeAspect="1"/>
            </p:cNvSpPr>
            <p:nvPr userDrawn="1"/>
          </p:nvSpPr>
          <p:spPr>
            <a:xfrm>
              <a:off x="2602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椭圆 54"/>
            <p:cNvSpPr>
              <a:spLocks noChangeAspect="1"/>
            </p:cNvSpPr>
            <p:nvPr userDrawn="1"/>
          </p:nvSpPr>
          <p:spPr>
            <a:xfrm>
              <a:off x="5204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椭圆 55"/>
            <p:cNvSpPr>
              <a:spLocks noChangeAspect="1"/>
            </p:cNvSpPr>
            <p:nvPr userDrawn="1"/>
          </p:nvSpPr>
          <p:spPr>
            <a:xfrm>
              <a:off x="7807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7" name="椭圆 56"/>
            <p:cNvSpPr>
              <a:spLocks noChangeAspect="1"/>
            </p:cNvSpPr>
            <p:nvPr userDrawn="1"/>
          </p:nvSpPr>
          <p:spPr>
            <a:xfrm>
              <a:off x="10409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椭圆 57"/>
            <p:cNvSpPr>
              <a:spLocks noChangeAspect="1"/>
            </p:cNvSpPr>
            <p:nvPr userDrawn="1"/>
          </p:nvSpPr>
          <p:spPr>
            <a:xfrm>
              <a:off x="13012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9" name="椭圆 58"/>
            <p:cNvSpPr>
              <a:spLocks noChangeAspect="1"/>
            </p:cNvSpPr>
            <p:nvPr userDrawn="1"/>
          </p:nvSpPr>
          <p:spPr>
            <a:xfrm>
              <a:off x="15614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椭圆 59"/>
            <p:cNvSpPr>
              <a:spLocks noChangeAspect="1"/>
            </p:cNvSpPr>
            <p:nvPr userDrawn="1"/>
          </p:nvSpPr>
          <p:spPr>
            <a:xfrm>
              <a:off x="18217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1" name="椭圆 60"/>
            <p:cNvSpPr>
              <a:spLocks noChangeAspect="1"/>
            </p:cNvSpPr>
            <p:nvPr userDrawn="1"/>
          </p:nvSpPr>
          <p:spPr>
            <a:xfrm>
              <a:off x="20819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2" name="椭圆 61"/>
            <p:cNvSpPr>
              <a:spLocks noChangeAspect="1"/>
            </p:cNvSpPr>
            <p:nvPr userDrawn="1"/>
          </p:nvSpPr>
          <p:spPr>
            <a:xfrm>
              <a:off x="23421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3" name="椭圆 62"/>
            <p:cNvSpPr>
              <a:spLocks noChangeAspect="1"/>
            </p:cNvSpPr>
            <p:nvPr userDrawn="1"/>
          </p:nvSpPr>
          <p:spPr>
            <a:xfrm>
              <a:off x="26024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4" name="椭圆 63"/>
            <p:cNvSpPr>
              <a:spLocks noChangeAspect="1"/>
            </p:cNvSpPr>
            <p:nvPr userDrawn="1"/>
          </p:nvSpPr>
          <p:spPr>
            <a:xfrm>
              <a:off x="28626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5" name="椭圆 64"/>
            <p:cNvSpPr>
              <a:spLocks noChangeAspect="1"/>
            </p:cNvSpPr>
            <p:nvPr userDrawn="1"/>
          </p:nvSpPr>
          <p:spPr>
            <a:xfrm>
              <a:off x="31229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6" name="椭圆 65"/>
            <p:cNvSpPr>
              <a:spLocks noChangeAspect="1"/>
            </p:cNvSpPr>
            <p:nvPr userDrawn="1"/>
          </p:nvSpPr>
          <p:spPr>
            <a:xfrm>
              <a:off x="33831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7" name="椭圆 66"/>
            <p:cNvSpPr>
              <a:spLocks noChangeAspect="1"/>
            </p:cNvSpPr>
            <p:nvPr userDrawn="1"/>
          </p:nvSpPr>
          <p:spPr>
            <a:xfrm>
              <a:off x="36434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8" name="椭圆 67"/>
            <p:cNvSpPr>
              <a:spLocks noChangeAspect="1"/>
            </p:cNvSpPr>
            <p:nvPr userDrawn="1"/>
          </p:nvSpPr>
          <p:spPr>
            <a:xfrm>
              <a:off x="39036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9" name="椭圆 68"/>
            <p:cNvSpPr>
              <a:spLocks noChangeAspect="1"/>
            </p:cNvSpPr>
            <p:nvPr userDrawn="1"/>
          </p:nvSpPr>
          <p:spPr>
            <a:xfrm>
              <a:off x="41639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0" name="椭圆 69"/>
            <p:cNvSpPr>
              <a:spLocks noChangeAspect="1"/>
            </p:cNvSpPr>
            <p:nvPr userDrawn="1"/>
          </p:nvSpPr>
          <p:spPr>
            <a:xfrm>
              <a:off x="44241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1" name="椭圆 70"/>
            <p:cNvSpPr>
              <a:spLocks noChangeAspect="1"/>
            </p:cNvSpPr>
            <p:nvPr userDrawn="1"/>
          </p:nvSpPr>
          <p:spPr>
            <a:xfrm>
              <a:off x="46843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2" name="椭圆 71"/>
            <p:cNvSpPr>
              <a:spLocks noChangeAspect="1"/>
            </p:cNvSpPr>
            <p:nvPr userDrawn="1"/>
          </p:nvSpPr>
          <p:spPr>
            <a:xfrm>
              <a:off x="49446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3" name="椭圆 72"/>
            <p:cNvSpPr>
              <a:spLocks noChangeAspect="1"/>
            </p:cNvSpPr>
            <p:nvPr userDrawn="1"/>
          </p:nvSpPr>
          <p:spPr>
            <a:xfrm>
              <a:off x="52048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4" name="椭圆 73"/>
            <p:cNvSpPr>
              <a:spLocks noChangeAspect="1"/>
            </p:cNvSpPr>
            <p:nvPr userDrawn="1"/>
          </p:nvSpPr>
          <p:spPr>
            <a:xfrm>
              <a:off x="546512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5" name="椭圆 74"/>
            <p:cNvSpPr>
              <a:spLocks noChangeAspect="1"/>
            </p:cNvSpPr>
            <p:nvPr userDrawn="1"/>
          </p:nvSpPr>
          <p:spPr>
            <a:xfrm>
              <a:off x="572536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椭圆 75"/>
            <p:cNvSpPr>
              <a:spLocks noChangeAspect="1"/>
            </p:cNvSpPr>
            <p:nvPr userDrawn="1"/>
          </p:nvSpPr>
          <p:spPr>
            <a:xfrm>
              <a:off x="598561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7" name="椭圆 76"/>
            <p:cNvSpPr>
              <a:spLocks noChangeAspect="1"/>
            </p:cNvSpPr>
            <p:nvPr userDrawn="1"/>
          </p:nvSpPr>
          <p:spPr>
            <a:xfrm>
              <a:off x="624585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8" name="椭圆 77"/>
            <p:cNvSpPr>
              <a:spLocks noChangeAspect="1"/>
            </p:cNvSpPr>
            <p:nvPr userDrawn="1"/>
          </p:nvSpPr>
          <p:spPr>
            <a:xfrm>
              <a:off x="650610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9" name="椭圆 78"/>
            <p:cNvSpPr>
              <a:spLocks noChangeAspect="1"/>
            </p:cNvSpPr>
            <p:nvPr userDrawn="1"/>
          </p:nvSpPr>
          <p:spPr>
            <a:xfrm>
              <a:off x="676634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椭圆 79"/>
            <p:cNvSpPr>
              <a:spLocks noChangeAspect="1"/>
            </p:cNvSpPr>
            <p:nvPr userDrawn="1"/>
          </p:nvSpPr>
          <p:spPr>
            <a:xfrm>
              <a:off x="702658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1" name="椭圆 80"/>
            <p:cNvSpPr>
              <a:spLocks noChangeAspect="1"/>
            </p:cNvSpPr>
            <p:nvPr userDrawn="1"/>
          </p:nvSpPr>
          <p:spPr>
            <a:xfrm>
              <a:off x="728683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2" name="椭圆 81"/>
            <p:cNvSpPr>
              <a:spLocks noChangeAspect="1"/>
            </p:cNvSpPr>
            <p:nvPr userDrawn="1"/>
          </p:nvSpPr>
          <p:spPr>
            <a:xfrm>
              <a:off x="754707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3" name="椭圆 82"/>
            <p:cNvSpPr>
              <a:spLocks noChangeAspect="1"/>
            </p:cNvSpPr>
            <p:nvPr userDrawn="1"/>
          </p:nvSpPr>
          <p:spPr>
            <a:xfrm>
              <a:off x="780732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4" name="椭圆 83"/>
            <p:cNvSpPr>
              <a:spLocks noChangeAspect="1"/>
            </p:cNvSpPr>
            <p:nvPr userDrawn="1"/>
          </p:nvSpPr>
          <p:spPr>
            <a:xfrm>
              <a:off x="806756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5" name="椭圆 84"/>
            <p:cNvSpPr>
              <a:spLocks noChangeAspect="1"/>
            </p:cNvSpPr>
            <p:nvPr userDrawn="1"/>
          </p:nvSpPr>
          <p:spPr>
            <a:xfrm>
              <a:off x="832780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6" name="椭圆 85"/>
            <p:cNvSpPr>
              <a:spLocks noChangeAspect="1"/>
            </p:cNvSpPr>
            <p:nvPr userDrawn="1"/>
          </p:nvSpPr>
          <p:spPr>
            <a:xfrm>
              <a:off x="858805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7" name="椭圆 86"/>
            <p:cNvSpPr>
              <a:spLocks noChangeAspect="1"/>
            </p:cNvSpPr>
            <p:nvPr userDrawn="1"/>
          </p:nvSpPr>
          <p:spPr>
            <a:xfrm>
              <a:off x="884829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8" name="椭圆 87"/>
            <p:cNvSpPr>
              <a:spLocks noChangeAspect="1"/>
            </p:cNvSpPr>
            <p:nvPr userDrawn="1"/>
          </p:nvSpPr>
          <p:spPr>
            <a:xfrm>
              <a:off x="910854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9" name="椭圆 88"/>
            <p:cNvSpPr>
              <a:spLocks noChangeAspect="1"/>
            </p:cNvSpPr>
            <p:nvPr userDrawn="1"/>
          </p:nvSpPr>
          <p:spPr>
            <a:xfrm>
              <a:off x="936878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0" name="椭圆 89"/>
            <p:cNvSpPr>
              <a:spLocks noChangeAspect="1"/>
            </p:cNvSpPr>
            <p:nvPr userDrawn="1"/>
          </p:nvSpPr>
          <p:spPr>
            <a:xfrm>
              <a:off x="962902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1" name="椭圆 90"/>
            <p:cNvSpPr>
              <a:spLocks noChangeAspect="1"/>
            </p:cNvSpPr>
            <p:nvPr userDrawn="1"/>
          </p:nvSpPr>
          <p:spPr>
            <a:xfrm>
              <a:off x="988927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2" name="椭圆 91"/>
            <p:cNvSpPr>
              <a:spLocks noChangeAspect="1"/>
            </p:cNvSpPr>
            <p:nvPr userDrawn="1"/>
          </p:nvSpPr>
          <p:spPr>
            <a:xfrm>
              <a:off x="1014951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3" name="椭圆 92"/>
            <p:cNvSpPr>
              <a:spLocks noChangeAspect="1"/>
            </p:cNvSpPr>
            <p:nvPr userDrawn="1"/>
          </p:nvSpPr>
          <p:spPr>
            <a:xfrm>
              <a:off x="1040976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4" name="椭圆 93"/>
            <p:cNvSpPr>
              <a:spLocks noChangeAspect="1"/>
            </p:cNvSpPr>
            <p:nvPr userDrawn="1"/>
          </p:nvSpPr>
          <p:spPr>
            <a:xfrm>
              <a:off x="10670004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5" name="椭圆 94"/>
            <p:cNvSpPr>
              <a:spLocks noChangeAspect="1"/>
            </p:cNvSpPr>
            <p:nvPr userDrawn="1"/>
          </p:nvSpPr>
          <p:spPr>
            <a:xfrm>
              <a:off x="10930248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椭圆 95"/>
            <p:cNvSpPr>
              <a:spLocks noChangeAspect="1"/>
            </p:cNvSpPr>
            <p:nvPr userDrawn="1"/>
          </p:nvSpPr>
          <p:spPr>
            <a:xfrm>
              <a:off x="11190492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椭圆 96"/>
            <p:cNvSpPr>
              <a:spLocks noChangeAspect="1"/>
            </p:cNvSpPr>
            <p:nvPr userDrawn="1"/>
          </p:nvSpPr>
          <p:spPr>
            <a:xfrm>
              <a:off x="11450736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8" name="椭圆 97"/>
            <p:cNvSpPr>
              <a:spLocks noChangeAspect="1"/>
            </p:cNvSpPr>
            <p:nvPr userDrawn="1"/>
          </p:nvSpPr>
          <p:spPr>
            <a:xfrm>
              <a:off x="11710980" y="6418402"/>
              <a:ext cx="288000" cy="288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9" name="任意多边形 98"/>
            <p:cNvSpPr>
              <a:spLocks noChangeAspect="1"/>
            </p:cNvSpPr>
            <p:nvPr userDrawn="1"/>
          </p:nvSpPr>
          <p:spPr>
            <a:xfrm>
              <a:off x="11971228" y="6418402"/>
              <a:ext cx="220772" cy="288000"/>
            </a:xfrm>
            <a:custGeom>
              <a:avLst/>
              <a:gdLst>
                <a:gd name="connsiteX0" fmla="*/ 144000 w 220772"/>
                <a:gd name="connsiteY0" fmla="*/ 0 h 288000"/>
                <a:gd name="connsiteX1" fmla="*/ 200051 w 220772"/>
                <a:gd name="connsiteY1" fmla="*/ 11316 h 288000"/>
                <a:gd name="connsiteX2" fmla="*/ 220772 w 220772"/>
                <a:gd name="connsiteY2" fmla="*/ 25287 h 288000"/>
                <a:gd name="connsiteX3" fmla="*/ 220772 w 220772"/>
                <a:gd name="connsiteY3" fmla="*/ 262714 h 288000"/>
                <a:gd name="connsiteX4" fmla="*/ 200051 w 220772"/>
                <a:gd name="connsiteY4" fmla="*/ 276684 h 288000"/>
                <a:gd name="connsiteX5" fmla="*/ 144000 w 220772"/>
                <a:gd name="connsiteY5" fmla="*/ 288000 h 288000"/>
                <a:gd name="connsiteX6" fmla="*/ 0 w 220772"/>
                <a:gd name="connsiteY6" fmla="*/ 144000 h 288000"/>
                <a:gd name="connsiteX7" fmla="*/ 144000 w 220772"/>
                <a:gd name="connsiteY7" fmla="*/ 0 h 2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772" h="288000">
                  <a:moveTo>
                    <a:pt x="144000" y="0"/>
                  </a:moveTo>
                  <a:cubicBezTo>
                    <a:pt x="163882" y="0"/>
                    <a:pt x="182823" y="4030"/>
                    <a:pt x="200051" y="11316"/>
                  </a:cubicBezTo>
                  <a:lnTo>
                    <a:pt x="220772" y="25287"/>
                  </a:lnTo>
                  <a:lnTo>
                    <a:pt x="220772" y="262714"/>
                  </a:lnTo>
                  <a:lnTo>
                    <a:pt x="200051" y="276684"/>
                  </a:lnTo>
                  <a:cubicBezTo>
                    <a:pt x="182823" y="283971"/>
                    <a:pt x="163882" y="288000"/>
                    <a:pt x="144000" y="288000"/>
                  </a:cubicBezTo>
                  <a:cubicBezTo>
                    <a:pt x="64471" y="288000"/>
                    <a:pt x="0" y="223529"/>
                    <a:pt x="0" y="144000"/>
                  </a:cubicBezTo>
                  <a:cubicBezTo>
                    <a:pt x="0" y="64471"/>
                    <a:pt x="64471" y="0"/>
                    <a:pt x="144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cxnSp>
        <p:nvCxnSpPr>
          <p:cNvPr id="101" name="直接连接符 100"/>
          <p:cNvCxnSpPr>
            <a:endCxn id="53" idx="0"/>
          </p:cNvCxnSpPr>
          <p:nvPr userDrawn="1"/>
        </p:nvCxnSpPr>
        <p:spPr>
          <a:xfrm flipH="1">
            <a:off x="108000" y="414000"/>
            <a:ext cx="14464" cy="6182743"/>
          </a:xfrm>
          <a:prstGeom prst="line">
            <a:avLst/>
          </a:prstGeom>
          <a:ln w="15875">
            <a:solidFill>
              <a:srgbClr val="7D7D7D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105" idx="3"/>
          </p:cNvCxnSpPr>
          <p:nvPr userDrawn="1"/>
        </p:nvCxnSpPr>
        <p:spPr>
          <a:xfrm>
            <a:off x="9031374" y="387000"/>
            <a:ext cx="0" cy="6209743"/>
          </a:xfrm>
          <a:prstGeom prst="line">
            <a:avLst/>
          </a:prstGeom>
          <a:ln w="15875">
            <a:solidFill>
              <a:srgbClr val="7D7D7D"/>
            </a:solidFill>
          </a:ln>
          <a:effectLst>
            <a:innerShdw blurRad="12700" dist="50800" dir="1800000">
              <a:schemeClr val="tx1">
                <a:lumMod val="95000"/>
                <a:lumOff val="5000"/>
              </a:scheme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 userDrawn="1"/>
        </p:nvSpPr>
        <p:spPr>
          <a:xfrm>
            <a:off x="108000" y="360000"/>
            <a:ext cx="313200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/>
          <p:cNvSpPr/>
          <p:nvPr userDrawn="1"/>
        </p:nvSpPr>
        <p:spPr>
          <a:xfrm>
            <a:off x="5904954" y="360000"/>
            <a:ext cx="3126420" cy="5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片 105"/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9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5438"/>
            <a:ext cx="8229600" cy="9271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212078-2E24-43AD-8017-03169BF5FD29}" type="datetimeFigureOut">
              <a:rPr lang="zh-CN" altLang="en-US"/>
              <a:pPr>
                <a:defRPr/>
              </a:pPr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234245-D273-4495-8F39-8C0ED4F393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66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BFB"/>
            </a:gs>
            <a:gs pos="100000">
              <a:srgbClr val="CBCFD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33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50" r:id="rId3"/>
    <p:sldLayoutId id="2147483667" r:id="rId4"/>
    <p:sldLayoutId id="2147483651" r:id="rId5"/>
    <p:sldLayoutId id="214748366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34" y="-1"/>
            <a:ext cx="9175534" cy="685800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294" y="53277"/>
            <a:ext cx="3284942" cy="935651"/>
          </a:xfrm>
          <a:prstGeom prst="rect">
            <a:avLst/>
          </a:prstGeom>
        </p:spPr>
      </p:pic>
      <p:sp>
        <p:nvSpPr>
          <p:cNvPr id="3" name="流程图: 文档 2"/>
          <p:cNvSpPr/>
          <p:nvPr/>
        </p:nvSpPr>
        <p:spPr>
          <a:xfrm flipH="1" flipV="1">
            <a:off x="-55354" y="3361509"/>
            <a:ext cx="9199354" cy="3496491"/>
          </a:xfrm>
          <a:prstGeom prst="flowChartDocument">
            <a:avLst/>
          </a:prstGeom>
          <a:solidFill>
            <a:schemeClr val="tx1">
              <a:lumMod val="50000"/>
              <a:lumOff val="50000"/>
              <a:alpha val="68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639091" y="3919551"/>
            <a:ext cx="5436104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000" b="1" dirty="0">
                <a:solidFill>
                  <a:schemeClr val="bg1"/>
                </a:solidFill>
              </a:rPr>
              <a:t>    期中总结分享会</a:t>
            </a:r>
            <a:endParaRPr lang="en-US" altLang="zh-CN" sz="5000" b="1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63503" y="6004433"/>
            <a:ext cx="1601721" cy="853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谭杰尹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2025.11.25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555D85-8E92-E94E-06C5-24F9CDC4A315}"/>
              </a:ext>
            </a:extLst>
          </p:cNvPr>
          <p:cNvSpPr txBox="1"/>
          <p:nvPr/>
        </p:nvSpPr>
        <p:spPr>
          <a:xfrm>
            <a:off x="4352260" y="4961860"/>
            <a:ext cx="474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                    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能动强基</a:t>
            </a:r>
            <a:r>
              <a:rPr lang="en-US" altLang="zh-CN" dirty="0">
                <a:solidFill>
                  <a:schemeClr val="bg1"/>
                </a:solidFill>
              </a:rPr>
              <a:t>2501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62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1254464" y="1660675"/>
            <a:ext cx="2055387" cy="935805"/>
            <a:chOff x="2776136" y="3875561"/>
            <a:chExt cx="1492080" cy="882209"/>
          </a:xfrm>
        </p:grpSpPr>
        <p:sp>
          <p:nvSpPr>
            <p:cNvPr id="36" name="矩形 35"/>
            <p:cNvSpPr/>
            <p:nvPr/>
          </p:nvSpPr>
          <p:spPr>
            <a:xfrm rot="20511077">
              <a:off x="2776136" y="4162018"/>
              <a:ext cx="1492080" cy="595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7" name="矩形 36"/>
            <p:cNvSpPr/>
            <p:nvPr/>
          </p:nvSpPr>
          <p:spPr>
            <a:xfrm rot="20511077">
              <a:off x="4210904" y="3875561"/>
              <a:ext cx="36441" cy="580785"/>
            </a:xfrm>
            <a:prstGeom prst="rect">
              <a:avLst/>
            </a:prstGeom>
            <a:solidFill>
              <a:srgbClr val="0734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4" name="任意多边形 33"/>
          <p:cNvSpPr>
            <a:spLocks noChangeAspect="1"/>
          </p:cNvSpPr>
          <p:nvPr/>
        </p:nvSpPr>
        <p:spPr>
          <a:xfrm>
            <a:off x="-4491" y="1618435"/>
            <a:ext cx="2897485" cy="4261105"/>
          </a:xfrm>
          <a:custGeom>
            <a:avLst/>
            <a:gdLst>
              <a:gd name="connsiteX0" fmla="*/ 683236 w 2581276"/>
              <a:gd name="connsiteY0" fmla="*/ 0 h 3796080"/>
              <a:gd name="connsiteX1" fmla="*/ 2581276 w 2581276"/>
              <a:gd name="connsiteY1" fmla="*/ 1898040 h 3796080"/>
              <a:gd name="connsiteX2" fmla="*/ 683236 w 2581276"/>
              <a:gd name="connsiteY2" fmla="*/ 3796080 h 3796080"/>
              <a:gd name="connsiteX3" fmla="*/ 118817 w 2581276"/>
              <a:gd name="connsiteY3" fmla="*/ 3710748 h 3796080"/>
              <a:gd name="connsiteX4" fmla="*/ 0 w 2581276"/>
              <a:gd name="connsiteY4" fmla="*/ 3667261 h 3796080"/>
              <a:gd name="connsiteX5" fmla="*/ 0 w 2581276"/>
              <a:gd name="connsiteY5" fmla="*/ 128819 h 3796080"/>
              <a:gd name="connsiteX6" fmla="*/ 118817 w 2581276"/>
              <a:gd name="connsiteY6" fmla="*/ 85332 h 3796080"/>
              <a:gd name="connsiteX7" fmla="*/ 683236 w 2581276"/>
              <a:gd name="connsiteY7" fmla="*/ 0 h 379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81276" h="3796080">
                <a:moveTo>
                  <a:pt x="683236" y="0"/>
                </a:moveTo>
                <a:cubicBezTo>
                  <a:pt x="1731495" y="0"/>
                  <a:pt x="2581276" y="849781"/>
                  <a:pt x="2581276" y="1898040"/>
                </a:cubicBezTo>
                <a:cubicBezTo>
                  <a:pt x="2581276" y="2946299"/>
                  <a:pt x="1731495" y="3796080"/>
                  <a:pt x="683236" y="3796080"/>
                </a:cubicBezTo>
                <a:cubicBezTo>
                  <a:pt x="486687" y="3796080"/>
                  <a:pt x="297116" y="3766205"/>
                  <a:pt x="118817" y="3710748"/>
                </a:cubicBezTo>
                <a:lnTo>
                  <a:pt x="0" y="3667261"/>
                </a:lnTo>
                <a:lnTo>
                  <a:pt x="0" y="128819"/>
                </a:lnTo>
                <a:lnTo>
                  <a:pt x="118817" y="85332"/>
                </a:lnTo>
                <a:cubicBezTo>
                  <a:pt x="297116" y="29875"/>
                  <a:pt x="486687" y="0"/>
                  <a:pt x="683236" y="0"/>
                </a:cubicBezTo>
                <a:close/>
              </a:path>
            </a:pathLst>
          </a:custGeom>
          <a:solidFill>
            <a:srgbClr val="07344F"/>
          </a:solidFill>
          <a:ln>
            <a:solidFill>
              <a:srgbClr val="37ABE3"/>
            </a:solidFill>
          </a:ln>
          <a:effectLst>
            <a:outerShdw blurRad="152400" sx="102000" sy="102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39" name="组合 38"/>
          <p:cNvGrpSpPr/>
          <p:nvPr/>
        </p:nvGrpSpPr>
        <p:grpSpPr>
          <a:xfrm rot="21315901">
            <a:off x="1593887" y="2642921"/>
            <a:ext cx="1968542" cy="626991"/>
            <a:chOff x="2703922" y="4383775"/>
            <a:chExt cx="1551922" cy="615000"/>
          </a:xfrm>
        </p:grpSpPr>
        <p:sp>
          <p:nvSpPr>
            <p:cNvPr id="40" name="矩形 39"/>
            <p:cNvSpPr/>
            <p:nvPr/>
          </p:nvSpPr>
          <p:spPr>
            <a:xfrm>
              <a:off x="2703922" y="4383775"/>
              <a:ext cx="1520821" cy="61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41" name="矩形 40"/>
            <p:cNvSpPr/>
            <p:nvPr/>
          </p:nvSpPr>
          <p:spPr>
            <a:xfrm>
              <a:off x="4218648" y="4386892"/>
              <a:ext cx="37196" cy="611883"/>
            </a:xfrm>
            <a:prstGeom prst="rect">
              <a:avLst/>
            </a:prstGeom>
            <a:solidFill>
              <a:srgbClr val="004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2" name="任意多边形 31"/>
          <p:cNvSpPr>
            <a:spLocks noChangeAspect="1"/>
          </p:cNvSpPr>
          <p:nvPr/>
        </p:nvSpPr>
        <p:spPr>
          <a:xfrm>
            <a:off x="-4491" y="1911940"/>
            <a:ext cx="2604782" cy="3677314"/>
          </a:xfrm>
          <a:custGeom>
            <a:avLst/>
            <a:gdLst>
              <a:gd name="connsiteX0" fmla="*/ 682516 w 2320516"/>
              <a:gd name="connsiteY0" fmla="*/ 0 h 3276000"/>
              <a:gd name="connsiteX1" fmla="*/ 2320516 w 2320516"/>
              <a:gd name="connsiteY1" fmla="*/ 1638000 h 3276000"/>
              <a:gd name="connsiteX2" fmla="*/ 682516 w 2320516"/>
              <a:gd name="connsiteY2" fmla="*/ 3276000 h 3276000"/>
              <a:gd name="connsiteX3" fmla="*/ 81903 w 2320516"/>
              <a:gd name="connsiteY3" fmla="*/ 3162383 h 3276000"/>
              <a:gd name="connsiteX4" fmla="*/ 0 w 2320516"/>
              <a:gd name="connsiteY4" fmla="*/ 3124158 h 3276000"/>
              <a:gd name="connsiteX5" fmla="*/ 0 w 2320516"/>
              <a:gd name="connsiteY5" fmla="*/ 151843 h 3276000"/>
              <a:gd name="connsiteX6" fmla="*/ 81903 w 2320516"/>
              <a:gd name="connsiteY6" fmla="*/ 113617 h 3276000"/>
              <a:gd name="connsiteX7" fmla="*/ 682516 w 2320516"/>
              <a:gd name="connsiteY7" fmla="*/ 0 h 32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20516" h="3276000">
                <a:moveTo>
                  <a:pt x="682516" y="0"/>
                </a:moveTo>
                <a:cubicBezTo>
                  <a:pt x="1587158" y="0"/>
                  <a:pt x="2320516" y="733358"/>
                  <a:pt x="2320516" y="1638000"/>
                </a:cubicBezTo>
                <a:cubicBezTo>
                  <a:pt x="2320516" y="2542642"/>
                  <a:pt x="1587158" y="3276000"/>
                  <a:pt x="682516" y="3276000"/>
                </a:cubicBezTo>
                <a:cubicBezTo>
                  <a:pt x="470490" y="3276000"/>
                  <a:pt x="267874" y="3235716"/>
                  <a:pt x="81903" y="3162383"/>
                </a:cubicBezTo>
                <a:lnTo>
                  <a:pt x="0" y="3124158"/>
                </a:lnTo>
                <a:lnTo>
                  <a:pt x="0" y="151843"/>
                </a:lnTo>
                <a:lnTo>
                  <a:pt x="81903" y="113617"/>
                </a:lnTo>
                <a:cubicBezTo>
                  <a:pt x="267874" y="40285"/>
                  <a:pt x="470490" y="0"/>
                  <a:pt x="682516" y="0"/>
                </a:cubicBezTo>
                <a:close/>
              </a:path>
            </a:pathLst>
          </a:custGeom>
          <a:solidFill>
            <a:srgbClr val="004B76"/>
          </a:solidFill>
          <a:ln>
            <a:solidFill>
              <a:srgbClr val="32AEE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66" name="组合 65"/>
          <p:cNvGrpSpPr/>
          <p:nvPr/>
        </p:nvGrpSpPr>
        <p:grpSpPr>
          <a:xfrm rot="500019">
            <a:off x="1585679" y="3386383"/>
            <a:ext cx="1968542" cy="626991"/>
            <a:chOff x="2695854" y="4494472"/>
            <a:chExt cx="1551922" cy="615000"/>
          </a:xfrm>
        </p:grpSpPr>
        <p:sp>
          <p:nvSpPr>
            <p:cNvPr id="67" name="矩形 66"/>
            <p:cNvSpPr/>
            <p:nvPr/>
          </p:nvSpPr>
          <p:spPr>
            <a:xfrm>
              <a:off x="2695854" y="4494472"/>
              <a:ext cx="1520821" cy="61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8" name="矩形 67"/>
            <p:cNvSpPr/>
            <p:nvPr/>
          </p:nvSpPr>
          <p:spPr>
            <a:xfrm>
              <a:off x="4210580" y="4497589"/>
              <a:ext cx="37196" cy="611883"/>
            </a:xfrm>
            <a:prstGeom prst="rect">
              <a:avLst/>
            </a:prstGeom>
            <a:solidFill>
              <a:srgbClr val="3EAC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0" name="任意多边形 29"/>
          <p:cNvSpPr>
            <a:spLocks noChangeAspect="1"/>
          </p:cNvSpPr>
          <p:nvPr/>
        </p:nvSpPr>
        <p:spPr>
          <a:xfrm>
            <a:off x="-3682" y="2193201"/>
            <a:ext cx="2321912" cy="3111573"/>
          </a:xfrm>
          <a:custGeom>
            <a:avLst/>
            <a:gdLst>
              <a:gd name="connsiteX0" fmla="*/ 682516 w 2068516"/>
              <a:gd name="connsiteY0" fmla="*/ 0 h 2772000"/>
              <a:gd name="connsiteX1" fmla="*/ 2068516 w 2068516"/>
              <a:gd name="connsiteY1" fmla="*/ 1386000 h 2772000"/>
              <a:gd name="connsiteX2" fmla="*/ 682516 w 2068516"/>
              <a:gd name="connsiteY2" fmla="*/ 2772000 h 2772000"/>
              <a:gd name="connsiteX3" fmla="*/ 81628 w 2068516"/>
              <a:gd name="connsiteY3" fmla="*/ 2635326 h 2772000"/>
              <a:gd name="connsiteX4" fmla="*/ 0 w 2068516"/>
              <a:gd name="connsiteY4" fmla="*/ 2588408 h 2772000"/>
              <a:gd name="connsiteX5" fmla="*/ 0 w 2068516"/>
              <a:gd name="connsiteY5" fmla="*/ 183592 h 2772000"/>
              <a:gd name="connsiteX6" fmla="*/ 81628 w 2068516"/>
              <a:gd name="connsiteY6" fmla="*/ 136675 h 2772000"/>
              <a:gd name="connsiteX7" fmla="*/ 682516 w 2068516"/>
              <a:gd name="connsiteY7" fmla="*/ 0 h 27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68516" h="2772000">
                <a:moveTo>
                  <a:pt x="682516" y="0"/>
                </a:moveTo>
                <a:cubicBezTo>
                  <a:pt x="1447983" y="0"/>
                  <a:pt x="2068516" y="620533"/>
                  <a:pt x="2068516" y="1386000"/>
                </a:cubicBezTo>
                <a:cubicBezTo>
                  <a:pt x="2068516" y="2151467"/>
                  <a:pt x="1447983" y="2772000"/>
                  <a:pt x="682516" y="2772000"/>
                </a:cubicBezTo>
                <a:cubicBezTo>
                  <a:pt x="467229" y="2772000"/>
                  <a:pt x="263405" y="2722915"/>
                  <a:pt x="81628" y="2635326"/>
                </a:cubicBezTo>
                <a:lnTo>
                  <a:pt x="0" y="2588408"/>
                </a:lnTo>
                <a:lnTo>
                  <a:pt x="0" y="183592"/>
                </a:lnTo>
                <a:lnTo>
                  <a:pt x="81628" y="136675"/>
                </a:lnTo>
                <a:cubicBezTo>
                  <a:pt x="263405" y="49086"/>
                  <a:pt x="467229" y="0"/>
                  <a:pt x="682516" y="0"/>
                </a:cubicBezTo>
                <a:close/>
              </a:path>
            </a:pathLst>
          </a:custGeom>
          <a:solidFill>
            <a:srgbClr val="3EACDF"/>
          </a:solidFill>
          <a:ln>
            <a:solidFill>
              <a:srgbClr val="32AEE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71" name="组合 70"/>
          <p:cNvGrpSpPr/>
          <p:nvPr/>
        </p:nvGrpSpPr>
        <p:grpSpPr>
          <a:xfrm rot="1439557">
            <a:off x="1353681" y="4043027"/>
            <a:ext cx="1968542" cy="626991"/>
            <a:chOff x="2695854" y="4494472"/>
            <a:chExt cx="1551922" cy="615000"/>
          </a:xfrm>
        </p:grpSpPr>
        <p:sp>
          <p:nvSpPr>
            <p:cNvPr id="72" name="矩形 71"/>
            <p:cNvSpPr/>
            <p:nvPr/>
          </p:nvSpPr>
          <p:spPr>
            <a:xfrm>
              <a:off x="2695854" y="4494472"/>
              <a:ext cx="1520821" cy="61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73" name="矩形 72"/>
            <p:cNvSpPr/>
            <p:nvPr/>
          </p:nvSpPr>
          <p:spPr>
            <a:xfrm>
              <a:off x="4210580" y="4497589"/>
              <a:ext cx="37196" cy="61188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任意多边形 25"/>
          <p:cNvSpPr>
            <a:spLocks noChangeAspect="1"/>
          </p:cNvSpPr>
          <p:nvPr/>
        </p:nvSpPr>
        <p:spPr>
          <a:xfrm>
            <a:off x="9027" y="2457475"/>
            <a:ext cx="2059246" cy="2586243"/>
          </a:xfrm>
          <a:custGeom>
            <a:avLst/>
            <a:gdLst>
              <a:gd name="connsiteX0" fmla="*/ 682516 w 1834516"/>
              <a:gd name="connsiteY0" fmla="*/ 0 h 2304000"/>
              <a:gd name="connsiteX1" fmla="*/ 1834516 w 1834516"/>
              <a:gd name="connsiteY1" fmla="*/ 1152000 h 2304000"/>
              <a:gd name="connsiteX2" fmla="*/ 682516 w 1834516"/>
              <a:gd name="connsiteY2" fmla="*/ 2304000 h 2304000"/>
              <a:gd name="connsiteX3" fmla="*/ 38422 w 1834516"/>
              <a:gd name="connsiteY3" fmla="*/ 2107257 h 2304000"/>
              <a:gd name="connsiteX4" fmla="*/ 0 w 1834516"/>
              <a:gd name="connsiteY4" fmla="*/ 2075556 h 2304000"/>
              <a:gd name="connsiteX5" fmla="*/ 0 w 1834516"/>
              <a:gd name="connsiteY5" fmla="*/ 228445 h 2304000"/>
              <a:gd name="connsiteX6" fmla="*/ 38422 w 1834516"/>
              <a:gd name="connsiteY6" fmla="*/ 196744 h 2304000"/>
              <a:gd name="connsiteX7" fmla="*/ 682516 w 1834516"/>
              <a:gd name="connsiteY7" fmla="*/ 0 h 23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4516" h="2304000">
                <a:moveTo>
                  <a:pt x="682516" y="0"/>
                </a:moveTo>
                <a:cubicBezTo>
                  <a:pt x="1318748" y="0"/>
                  <a:pt x="1834516" y="515768"/>
                  <a:pt x="1834516" y="1152000"/>
                </a:cubicBezTo>
                <a:cubicBezTo>
                  <a:pt x="1834516" y="1788232"/>
                  <a:pt x="1318748" y="2304000"/>
                  <a:pt x="682516" y="2304000"/>
                </a:cubicBezTo>
                <a:cubicBezTo>
                  <a:pt x="443929" y="2304000"/>
                  <a:pt x="222282" y="2231470"/>
                  <a:pt x="38422" y="2107257"/>
                </a:cubicBezTo>
                <a:lnTo>
                  <a:pt x="0" y="2075556"/>
                </a:lnTo>
                <a:lnTo>
                  <a:pt x="0" y="228445"/>
                </a:lnTo>
                <a:lnTo>
                  <a:pt x="38422" y="196744"/>
                </a:lnTo>
                <a:cubicBezTo>
                  <a:pt x="222282" y="72530"/>
                  <a:pt x="443929" y="0"/>
                  <a:pt x="682516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32AEE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grpSp>
        <p:nvGrpSpPr>
          <p:cNvPr id="43" name="组合 42"/>
          <p:cNvGrpSpPr/>
          <p:nvPr/>
        </p:nvGrpSpPr>
        <p:grpSpPr>
          <a:xfrm rot="2082905">
            <a:off x="542360" y="4677318"/>
            <a:ext cx="2342493" cy="588176"/>
            <a:chOff x="2981642" y="4552386"/>
            <a:chExt cx="1519861" cy="469621"/>
          </a:xfrm>
        </p:grpSpPr>
        <p:sp>
          <p:nvSpPr>
            <p:cNvPr id="44" name="矩形 43"/>
            <p:cNvSpPr/>
            <p:nvPr/>
          </p:nvSpPr>
          <p:spPr>
            <a:xfrm>
              <a:off x="2981642" y="4553156"/>
              <a:ext cx="1490250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127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45" name="矩形 44"/>
            <p:cNvSpPr/>
            <p:nvPr/>
          </p:nvSpPr>
          <p:spPr>
            <a:xfrm>
              <a:off x="4458768" y="4552386"/>
              <a:ext cx="42735" cy="469621"/>
            </a:xfrm>
            <a:prstGeom prst="rect">
              <a:avLst/>
            </a:prstGeom>
            <a:solidFill>
              <a:srgbClr val="7D7D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4" name="任意多边形 23"/>
          <p:cNvSpPr>
            <a:spLocks noChangeAspect="1"/>
          </p:cNvSpPr>
          <p:nvPr/>
        </p:nvSpPr>
        <p:spPr>
          <a:xfrm>
            <a:off x="6979" y="2718532"/>
            <a:ext cx="1777210" cy="2060912"/>
          </a:xfrm>
          <a:custGeom>
            <a:avLst/>
            <a:gdLst>
              <a:gd name="connsiteX0" fmla="*/ 665258 w 1583258"/>
              <a:gd name="connsiteY0" fmla="*/ 0 h 1836000"/>
              <a:gd name="connsiteX1" fmla="*/ 1583258 w 1583258"/>
              <a:gd name="connsiteY1" fmla="*/ 918000 h 1836000"/>
              <a:gd name="connsiteX2" fmla="*/ 665258 w 1583258"/>
              <a:gd name="connsiteY2" fmla="*/ 1836000 h 1836000"/>
              <a:gd name="connsiteX3" fmla="*/ 747 w 1583258"/>
              <a:gd name="connsiteY3" fmla="*/ 1551365 h 1836000"/>
              <a:gd name="connsiteX4" fmla="*/ 0 w 1583258"/>
              <a:gd name="connsiteY4" fmla="*/ 1550471 h 1836000"/>
              <a:gd name="connsiteX5" fmla="*/ 0 w 1583258"/>
              <a:gd name="connsiteY5" fmla="*/ 285529 h 1836000"/>
              <a:gd name="connsiteX6" fmla="*/ 747 w 1583258"/>
              <a:gd name="connsiteY6" fmla="*/ 284635 h 1836000"/>
              <a:gd name="connsiteX7" fmla="*/ 665258 w 1583258"/>
              <a:gd name="connsiteY7" fmla="*/ 0 h 18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3258" h="1836000">
                <a:moveTo>
                  <a:pt x="665258" y="0"/>
                </a:moveTo>
                <a:cubicBezTo>
                  <a:pt x="1172255" y="0"/>
                  <a:pt x="1583258" y="411003"/>
                  <a:pt x="1583258" y="918000"/>
                </a:cubicBezTo>
                <a:cubicBezTo>
                  <a:pt x="1583258" y="1424997"/>
                  <a:pt x="1172255" y="1836000"/>
                  <a:pt x="665258" y="1836000"/>
                </a:cubicBezTo>
                <a:cubicBezTo>
                  <a:pt x="403838" y="1836000"/>
                  <a:pt x="167939" y="1726727"/>
                  <a:pt x="747" y="1551365"/>
                </a:cubicBezTo>
                <a:lnTo>
                  <a:pt x="0" y="1550471"/>
                </a:lnTo>
                <a:lnTo>
                  <a:pt x="0" y="285529"/>
                </a:lnTo>
                <a:lnTo>
                  <a:pt x="747" y="284635"/>
                </a:lnTo>
                <a:cubicBezTo>
                  <a:pt x="167939" y="109273"/>
                  <a:pt x="403838" y="0"/>
                  <a:pt x="665258" y="0"/>
                </a:cubicBezTo>
                <a:close/>
              </a:path>
            </a:pathLst>
          </a:custGeom>
          <a:solidFill>
            <a:srgbClr val="7D7D7D"/>
          </a:solidFill>
          <a:ln>
            <a:solidFill>
              <a:srgbClr val="32AEE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0" name="椭圆 9"/>
          <p:cNvSpPr>
            <a:spLocks noChangeAspect="1"/>
          </p:cNvSpPr>
          <p:nvPr/>
        </p:nvSpPr>
        <p:spPr>
          <a:xfrm>
            <a:off x="35061" y="3021607"/>
            <a:ext cx="1454762" cy="1454762"/>
          </a:xfrm>
          <a:prstGeom prst="ellipse">
            <a:avLst/>
          </a:prstGeom>
          <a:gradFill flip="none" rotWithShape="1">
            <a:gsLst>
              <a:gs pos="0">
                <a:srgbClr val="FBFBFB"/>
              </a:gs>
              <a:gs pos="100000">
                <a:srgbClr val="CBCFD0"/>
              </a:gs>
            </a:gsLst>
            <a:lin ang="16200000" scaled="0"/>
            <a:tileRect/>
          </a:gradFill>
          <a:ln>
            <a:solidFill>
              <a:schemeClr val="bg1"/>
            </a:solidFill>
          </a:ln>
          <a:effectLst>
            <a:outerShdw blurRad="1397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900" dirty="0"/>
          </a:p>
        </p:txBody>
      </p:sp>
      <p:sp>
        <p:nvSpPr>
          <p:cNvPr id="58" name="矩形 57"/>
          <p:cNvSpPr/>
          <p:nvPr/>
        </p:nvSpPr>
        <p:spPr>
          <a:xfrm>
            <a:off x="66921" y="3618507"/>
            <a:ext cx="13710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contents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4A6DAB-27FE-887D-93A6-16227A2DD7FB}"/>
              </a:ext>
            </a:extLst>
          </p:cNvPr>
          <p:cNvSpPr txBox="1"/>
          <p:nvPr/>
        </p:nvSpPr>
        <p:spPr>
          <a:xfrm>
            <a:off x="3683335" y="1784043"/>
            <a:ext cx="4169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期中成绩分析与总结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748EDC-2B15-F05B-0CA1-B84D10989ED6}"/>
              </a:ext>
            </a:extLst>
          </p:cNvPr>
          <p:cNvSpPr txBox="1"/>
          <p:nvPr/>
        </p:nvSpPr>
        <p:spPr>
          <a:xfrm>
            <a:off x="4138820" y="2652275"/>
            <a:ext cx="44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学习方法建议与资料分享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25A7C4-E7F7-DF94-EDCA-76B692D63754}"/>
              </a:ext>
            </a:extLst>
          </p:cNvPr>
          <p:cNvSpPr txBox="1"/>
          <p:nvPr/>
        </p:nvSpPr>
        <p:spPr>
          <a:xfrm>
            <a:off x="4083217" y="3695506"/>
            <a:ext cx="384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科研与竞赛信息指导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1B20B6-10CA-DC62-0D45-253EDFEE121F}"/>
              </a:ext>
            </a:extLst>
          </p:cNvPr>
          <p:cNvSpPr txBox="1"/>
          <p:nvPr/>
        </p:nvSpPr>
        <p:spPr>
          <a:xfrm>
            <a:off x="3778102" y="4593265"/>
            <a:ext cx="362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社交与宿舍关系维护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2A15E1-7C92-DB39-0408-25EFF60CE791}"/>
              </a:ext>
            </a:extLst>
          </p:cNvPr>
          <p:cNvSpPr txBox="1"/>
          <p:nvPr/>
        </p:nvSpPr>
        <p:spPr>
          <a:xfrm>
            <a:off x="3136202" y="5443870"/>
            <a:ext cx="357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安全事项与日常关怀</a:t>
            </a:r>
          </a:p>
        </p:txBody>
      </p:sp>
    </p:spTree>
    <p:extLst>
      <p:ext uri="{BB962C8B-B14F-4D97-AF65-F5344CB8AC3E}">
        <p14:creationId xmlns:p14="http://schemas.microsoft.com/office/powerpoint/2010/main" val="2256499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987855" y="2898178"/>
            <a:ext cx="3439633" cy="3420094"/>
            <a:chOff x="3609244" y="3697774"/>
            <a:chExt cx="2816395" cy="2724223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 bwMode="auto">
            <a:xfrm rot="21158506">
              <a:off x="3671558" y="3721997"/>
              <a:ext cx="2700000" cy="270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52400" dist="1016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>
                <a:rot lat="0" lon="0" rev="11400000"/>
              </a:lightRig>
            </a:scene3d>
            <a:sp3d extrusionH="25400" prstMaterial="dkEdge">
              <a:bevelT w="184150" prst="relaxedInset"/>
              <a:contourClr>
                <a:schemeClr val="bg1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sp>
          <p:nvSpPr>
            <p:cNvPr id="11" name="空心弧 10"/>
            <p:cNvSpPr>
              <a:spLocks/>
            </p:cNvSpPr>
            <p:nvPr/>
          </p:nvSpPr>
          <p:spPr>
            <a:xfrm rot="1239059">
              <a:off x="3609244" y="3757997"/>
              <a:ext cx="2700000" cy="2628000"/>
            </a:xfrm>
            <a:prstGeom prst="blockArc">
              <a:avLst>
                <a:gd name="adj1" fmla="val 19112258"/>
                <a:gd name="adj2" fmla="val 3753662"/>
                <a:gd name="adj3" fmla="val 48818"/>
              </a:avLst>
            </a:prstGeom>
            <a:solidFill>
              <a:srgbClr val="014E7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                   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>
              <a:spLocks/>
            </p:cNvSpPr>
            <p:nvPr/>
          </p:nvSpPr>
          <p:spPr>
            <a:xfrm rot="3407759">
              <a:off x="3671676" y="3733916"/>
              <a:ext cx="2700000" cy="2627715"/>
            </a:xfrm>
            <a:prstGeom prst="blockArc">
              <a:avLst>
                <a:gd name="adj1" fmla="val 3833120"/>
                <a:gd name="adj2" fmla="val 5724227"/>
                <a:gd name="adj3" fmla="val 47039"/>
              </a:avLst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                   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>
              <a:spLocks/>
            </p:cNvSpPr>
            <p:nvPr/>
          </p:nvSpPr>
          <p:spPr>
            <a:xfrm rot="10335134">
              <a:off x="3725639" y="3788965"/>
              <a:ext cx="2700000" cy="2628000"/>
            </a:xfrm>
            <a:prstGeom prst="blockArc">
              <a:avLst>
                <a:gd name="adj1" fmla="val 1512992"/>
                <a:gd name="adj2" fmla="val 5724227"/>
                <a:gd name="adj3" fmla="val 47039"/>
              </a:avLst>
            </a:prstGeom>
            <a:solidFill>
              <a:srgbClr val="33ABE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                   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>
              <a:spLocks/>
            </p:cNvSpPr>
            <p:nvPr/>
          </p:nvSpPr>
          <p:spPr bwMode="auto">
            <a:xfrm>
              <a:off x="4390386" y="4445669"/>
              <a:ext cx="1238036" cy="12043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>
                <a:rot lat="0" lon="0" rev="11400000"/>
              </a:lightRig>
            </a:scene3d>
            <a:sp3d extrusionH="25400" prstMaterial="dkEdge">
              <a:bevelT w="184150" prst="relaxedInset"/>
              <a:contourClr>
                <a:schemeClr val="bg1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sp>
          <p:nvSpPr>
            <p:cNvPr id="15" name="KSO_Shape"/>
            <p:cNvSpPr>
              <a:spLocks/>
            </p:cNvSpPr>
            <p:nvPr/>
          </p:nvSpPr>
          <p:spPr bwMode="auto">
            <a:xfrm>
              <a:off x="4724643" y="4766895"/>
              <a:ext cx="593828" cy="672142"/>
            </a:xfrm>
            <a:custGeom>
              <a:avLst/>
              <a:gdLst>
                <a:gd name="T0" fmla="*/ 49882 w 5614"/>
                <a:gd name="T1" fmla="*/ 1769010 h 5480"/>
                <a:gd name="T2" fmla="*/ 103835 w 5614"/>
                <a:gd name="T3" fmla="*/ 1683222 h 5480"/>
                <a:gd name="T4" fmla="*/ 160843 w 5614"/>
                <a:gd name="T5" fmla="*/ 1599807 h 5480"/>
                <a:gd name="T6" fmla="*/ 222601 w 5614"/>
                <a:gd name="T7" fmla="*/ 1520121 h 5480"/>
                <a:gd name="T8" fmla="*/ 288091 w 5614"/>
                <a:gd name="T9" fmla="*/ 1444505 h 5480"/>
                <a:gd name="T10" fmla="*/ 357654 w 5614"/>
                <a:gd name="T11" fmla="*/ 1374654 h 5480"/>
                <a:gd name="T12" fmla="*/ 431967 w 5614"/>
                <a:gd name="T13" fmla="*/ 1310566 h 5480"/>
                <a:gd name="T14" fmla="*/ 511371 w 5614"/>
                <a:gd name="T15" fmla="*/ 1253600 h 5480"/>
                <a:gd name="T16" fmla="*/ 594846 w 5614"/>
                <a:gd name="T17" fmla="*/ 1204433 h 5480"/>
                <a:gd name="T18" fmla="*/ 684429 w 5614"/>
                <a:gd name="T19" fmla="*/ 1164421 h 5480"/>
                <a:gd name="T20" fmla="*/ 778424 w 5614"/>
                <a:gd name="T21" fmla="*/ 1133903 h 5480"/>
                <a:gd name="T22" fmla="*/ 878526 w 5614"/>
                <a:gd name="T23" fmla="*/ 1114236 h 5480"/>
                <a:gd name="T24" fmla="*/ 984397 w 5614"/>
                <a:gd name="T25" fmla="*/ 1106776 h 5480"/>
                <a:gd name="T26" fmla="*/ 1096037 w 5614"/>
                <a:gd name="T27" fmla="*/ 1111184 h 5480"/>
                <a:gd name="T28" fmla="*/ 1213784 w 5614"/>
                <a:gd name="T29" fmla="*/ 1129156 h 5480"/>
                <a:gd name="T30" fmla="*/ 1337979 w 5614"/>
                <a:gd name="T31" fmla="*/ 1161369 h 5480"/>
                <a:gd name="T32" fmla="*/ 1325085 w 5614"/>
                <a:gd name="T33" fmla="*/ 1269198 h 5480"/>
                <a:gd name="T34" fmla="*/ 1294884 w 5614"/>
                <a:gd name="T35" fmla="*/ 1285474 h 5480"/>
                <a:gd name="T36" fmla="*/ 1256879 w 5614"/>
                <a:gd name="T37" fmla="*/ 1298698 h 5480"/>
                <a:gd name="T38" fmla="*/ 1209712 w 5614"/>
                <a:gd name="T39" fmla="*/ 1308532 h 5480"/>
                <a:gd name="T40" fmla="*/ 1152366 w 5614"/>
                <a:gd name="T41" fmla="*/ 1313957 h 5480"/>
                <a:gd name="T42" fmla="*/ 1083821 w 5614"/>
                <a:gd name="T43" fmla="*/ 1314975 h 5480"/>
                <a:gd name="T44" fmla="*/ 1002382 w 5614"/>
                <a:gd name="T45" fmla="*/ 1310566 h 5480"/>
                <a:gd name="T46" fmla="*/ 907708 w 5614"/>
                <a:gd name="T47" fmla="*/ 1300394 h 5480"/>
                <a:gd name="T48" fmla="*/ 854094 w 5614"/>
                <a:gd name="T49" fmla="*/ 1320061 h 5480"/>
                <a:gd name="T50" fmla="*/ 985754 w 5614"/>
                <a:gd name="T51" fmla="*/ 1346510 h 5480"/>
                <a:gd name="T52" fmla="*/ 1106556 w 5614"/>
                <a:gd name="T53" fmla="*/ 1359395 h 5480"/>
                <a:gd name="T54" fmla="*/ 1178155 w 5614"/>
                <a:gd name="T55" fmla="*/ 1359734 h 5480"/>
                <a:gd name="T56" fmla="*/ 1232447 w 5614"/>
                <a:gd name="T57" fmla="*/ 1355665 h 5480"/>
                <a:gd name="T58" fmla="*/ 1285383 w 5614"/>
                <a:gd name="T59" fmla="*/ 1347188 h 5480"/>
                <a:gd name="T60" fmla="*/ 1336961 w 5614"/>
                <a:gd name="T61" fmla="*/ 1334642 h 5480"/>
                <a:gd name="T62" fmla="*/ 1387182 w 5614"/>
                <a:gd name="T63" fmla="*/ 1317348 h 5480"/>
                <a:gd name="T64" fmla="*/ 1436385 w 5614"/>
                <a:gd name="T65" fmla="*/ 1294969 h 5480"/>
                <a:gd name="T66" fmla="*/ 1484570 w 5614"/>
                <a:gd name="T67" fmla="*/ 1267164 h 5480"/>
                <a:gd name="T68" fmla="*/ 1531737 w 5614"/>
                <a:gd name="T69" fmla="*/ 1234950 h 5480"/>
                <a:gd name="T70" fmla="*/ 1578904 w 5614"/>
                <a:gd name="T71" fmla="*/ 1196295 h 5480"/>
                <a:gd name="T72" fmla="*/ 1625731 w 5614"/>
                <a:gd name="T73" fmla="*/ 1152213 h 5480"/>
                <a:gd name="T74" fmla="*/ 1672219 w 5614"/>
                <a:gd name="T75" fmla="*/ 1102368 h 5480"/>
                <a:gd name="T76" fmla="*/ 1905000 w 5614"/>
                <a:gd name="T77" fmla="*/ 1067781 h 5480"/>
                <a:gd name="T78" fmla="*/ 0 w 5614"/>
                <a:gd name="T79" fmla="*/ 1855816 h 5480"/>
                <a:gd name="T80" fmla="*/ 1415346 w 5614"/>
                <a:gd name="T81" fmla="*/ 384862 h 5480"/>
                <a:gd name="T82" fmla="*/ 794033 w 5614"/>
                <a:gd name="T83" fmla="*/ 186836 h 5480"/>
                <a:gd name="T84" fmla="*/ 581273 w 5614"/>
                <a:gd name="T85" fmla="*/ 186836 h 5480"/>
                <a:gd name="T86" fmla="*/ 552090 w 5614"/>
                <a:gd name="T87" fmla="*/ 1092195 h 5480"/>
                <a:gd name="T88" fmla="*/ 612491 w 5614"/>
                <a:gd name="T89" fmla="*/ 1064390 h 5480"/>
                <a:gd name="T90" fmla="*/ 695966 w 5614"/>
                <a:gd name="T91" fmla="*/ 1033533 h 5480"/>
                <a:gd name="T92" fmla="*/ 782496 w 5614"/>
                <a:gd name="T93" fmla="*/ 1010136 h 5480"/>
                <a:gd name="T94" fmla="*/ 871739 w 5614"/>
                <a:gd name="T95" fmla="*/ 994539 h 5480"/>
                <a:gd name="T96" fmla="*/ 1182566 w 5614"/>
                <a:gd name="T97" fmla="*/ 1001659 h 5480"/>
                <a:gd name="T98" fmla="*/ 1252468 w 5614"/>
                <a:gd name="T99" fmla="*/ 1015223 h 5480"/>
                <a:gd name="T100" fmla="*/ 1349177 w 5614"/>
                <a:gd name="T101" fmla="*/ 1040315 h 5480"/>
                <a:gd name="T102" fmla="*/ 1457423 w 5614"/>
                <a:gd name="T103" fmla="*/ 1141024 h 5480"/>
                <a:gd name="T104" fmla="*/ 1533433 w 5614"/>
                <a:gd name="T105" fmla="*/ 1075580 h 548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14" h="5480">
                  <a:moveTo>
                    <a:pt x="0" y="5473"/>
                  </a:moveTo>
                  <a:lnTo>
                    <a:pt x="0" y="5473"/>
                  </a:lnTo>
                  <a:lnTo>
                    <a:pt x="72" y="5344"/>
                  </a:lnTo>
                  <a:lnTo>
                    <a:pt x="147" y="5217"/>
                  </a:lnTo>
                  <a:lnTo>
                    <a:pt x="186" y="5153"/>
                  </a:lnTo>
                  <a:lnTo>
                    <a:pt x="225" y="5089"/>
                  </a:lnTo>
                  <a:lnTo>
                    <a:pt x="265" y="5027"/>
                  </a:lnTo>
                  <a:lnTo>
                    <a:pt x="306" y="4964"/>
                  </a:lnTo>
                  <a:lnTo>
                    <a:pt x="347" y="4901"/>
                  </a:lnTo>
                  <a:lnTo>
                    <a:pt x="389" y="4840"/>
                  </a:lnTo>
                  <a:lnTo>
                    <a:pt x="432" y="4779"/>
                  </a:lnTo>
                  <a:lnTo>
                    <a:pt x="474" y="4718"/>
                  </a:lnTo>
                  <a:lnTo>
                    <a:pt x="519" y="4658"/>
                  </a:lnTo>
                  <a:lnTo>
                    <a:pt x="564" y="4599"/>
                  </a:lnTo>
                  <a:lnTo>
                    <a:pt x="609" y="4540"/>
                  </a:lnTo>
                  <a:lnTo>
                    <a:pt x="656" y="4483"/>
                  </a:lnTo>
                  <a:lnTo>
                    <a:pt x="702" y="4426"/>
                  </a:lnTo>
                  <a:lnTo>
                    <a:pt x="751" y="4370"/>
                  </a:lnTo>
                  <a:lnTo>
                    <a:pt x="799" y="4315"/>
                  </a:lnTo>
                  <a:lnTo>
                    <a:pt x="849" y="4260"/>
                  </a:lnTo>
                  <a:lnTo>
                    <a:pt x="898" y="4207"/>
                  </a:lnTo>
                  <a:lnTo>
                    <a:pt x="950" y="4155"/>
                  </a:lnTo>
                  <a:lnTo>
                    <a:pt x="1001" y="4103"/>
                  </a:lnTo>
                  <a:lnTo>
                    <a:pt x="1054" y="4054"/>
                  </a:lnTo>
                  <a:lnTo>
                    <a:pt x="1107" y="4004"/>
                  </a:lnTo>
                  <a:lnTo>
                    <a:pt x="1162" y="3957"/>
                  </a:lnTo>
                  <a:lnTo>
                    <a:pt x="1217" y="3910"/>
                  </a:lnTo>
                  <a:lnTo>
                    <a:pt x="1273" y="3865"/>
                  </a:lnTo>
                  <a:lnTo>
                    <a:pt x="1331" y="3821"/>
                  </a:lnTo>
                  <a:lnTo>
                    <a:pt x="1388" y="3777"/>
                  </a:lnTo>
                  <a:lnTo>
                    <a:pt x="1446" y="3736"/>
                  </a:lnTo>
                  <a:lnTo>
                    <a:pt x="1507" y="3697"/>
                  </a:lnTo>
                  <a:lnTo>
                    <a:pt x="1567" y="3658"/>
                  </a:lnTo>
                  <a:lnTo>
                    <a:pt x="1628" y="3621"/>
                  </a:lnTo>
                  <a:lnTo>
                    <a:pt x="1691" y="3586"/>
                  </a:lnTo>
                  <a:lnTo>
                    <a:pt x="1753" y="3552"/>
                  </a:lnTo>
                  <a:lnTo>
                    <a:pt x="1818" y="3520"/>
                  </a:lnTo>
                  <a:lnTo>
                    <a:pt x="1883" y="3489"/>
                  </a:lnTo>
                  <a:lnTo>
                    <a:pt x="1949" y="3461"/>
                  </a:lnTo>
                  <a:lnTo>
                    <a:pt x="2017" y="3434"/>
                  </a:lnTo>
                  <a:lnTo>
                    <a:pt x="2084" y="3409"/>
                  </a:lnTo>
                  <a:lnTo>
                    <a:pt x="2154" y="3385"/>
                  </a:lnTo>
                  <a:lnTo>
                    <a:pt x="2223" y="3364"/>
                  </a:lnTo>
                  <a:lnTo>
                    <a:pt x="2294" y="3344"/>
                  </a:lnTo>
                  <a:lnTo>
                    <a:pt x="2366" y="3327"/>
                  </a:lnTo>
                  <a:lnTo>
                    <a:pt x="2439" y="3311"/>
                  </a:lnTo>
                  <a:lnTo>
                    <a:pt x="2514" y="3298"/>
                  </a:lnTo>
                  <a:lnTo>
                    <a:pt x="2589" y="3286"/>
                  </a:lnTo>
                  <a:lnTo>
                    <a:pt x="2665" y="3278"/>
                  </a:lnTo>
                  <a:lnTo>
                    <a:pt x="2743" y="3271"/>
                  </a:lnTo>
                  <a:lnTo>
                    <a:pt x="2821" y="3266"/>
                  </a:lnTo>
                  <a:lnTo>
                    <a:pt x="2901" y="3264"/>
                  </a:lnTo>
                  <a:lnTo>
                    <a:pt x="2982" y="3262"/>
                  </a:lnTo>
                  <a:lnTo>
                    <a:pt x="3063" y="3265"/>
                  </a:lnTo>
                  <a:lnTo>
                    <a:pt x="3146" y="3270"/>
                  </a:lnTo>
                  <a:lnTo>
                    <a:pt x="3230" y="3277"/>
                  </a:lnTo>
                  <a:lnTo>
                    <a:pt x="3315" y="3286"/>
                  </a:lnTo>
                  <a:lnTo>
                    <a:pt x="3401" y="3298"/>
                  </a:lnTo>
                  <a:lnTo>
                    <a:pt x="3488" y="3313"/>
                  </a:lnTo>
                  <a:lnTo>
                    <a:pt x="3577" y="3330"/>
                  </a:lnTo>
                  <a:lnTo>
                    <a:pt x="3666" y="3350"/>
                  </a:lnTo>
                  <a:lnTo>
                    <a:pt x="3757" y="3372"/>
                  </a:lnTo>
                  <a:lnTo>
                    <a:pt x="3850" y="3397"/>
                  </a:lnTo>
                  <a:lnTo>
                    <a:pt x="3943" y="3425"/>
                  </a:lnTo>
                  <a:lnTo>
                    <a:pt x="3943" y="3716"/>
                  </a:lnTo>
                  <a:lnTo>
                    <a:pt x="3925" y="3730"/>
                  </a:lnTo>
                  <a:lnTo>
                    <a:pt x="3905" y="3743"/>
                  </a:lnTo>
                  <a:lnTo>
                    <a:pt x="3885" y="3756"/>
                  </a:lnTo>
                  <a:lnTo>
                    <a:pt x="3864" y="3768"/>
                  </a:lnTo>
                  <a:lnTo>
                    <a:pt x="3840" y="3780"/>
                  </a:lnTo>
                  <a:lnTo>
                    <a:pt x="3816" y="3791"/>
                  </a:lnTo>
                  <a:lnTo>
                    <a:pt x="3790" y="3802"/>
                  </a:lnTo>
                  <a:lnTo>
                    <a:pt x="3763" y="3813"/>
                  </a:lnTo>
                  <a:lnTo>
                    <a:pt x="3734" y="3822"/>
                  </a:lnTo>
                  <a:lnTo>
                    <a:pt x="3704" y="3830"/>
                  </a:lnTo>
                  <a:lnTo>
                    <a:pt x="3671" y="3839"/>
                  </a:lnTo>
                  <a:lnTo>
                    <a:pt x="3638" y="3846"/>
                  </a:lnTo>
                  <a:lnTo>
                    <a:pt x="3603" y="3853"/>
                  </a:lnTo>
                  <a:lnTo>
                    <a:pt x="3565" y="3859"/>
                  </a:lnTo>
                  <a:lnTo>
                    <a:pt x="3526" y="3865"/>
                  </a:lnTo>
                  <a:lnTo>
                    <a:pt x="3485" y="3869"/>
                  </a:lnTo>
                  <a:lnTo>
                    <a:pt x="3442" y="3873"/>
                  </a:lnTo>
                  <a:lnTo>
                    <a:pt x="3396" y="3875"/>
                  </a:lnTo>
                  <a:lnTo>
                    <a:pt x="3349" y="3878"/>
                  </a:lnTo>
                  <a:lnTo>
                    <a:pt x="3300" y="3879"/>
                  </a:lnTo>
                  <a:lnTo>
                    <a:pt x="3248" y="3879"/>
                  </a:lnTo>
                  <a:lnTo>
                    <a:pt x="3194" y="3878"/>
                  </a:lnTo>
                  <a:lnTo>
                    <a:pt x="3139" y="3876"/>
                  </a:lnTo>
                  <a:lnTo>
                    <a:pt x="3080" y="3874"/>
                  </a:lnTo>
                  <a:lnTo>
                    <a:pt x="3018" y="3869"/>
                  </a:lnTo>
                  <a:lnTo>
                    <a:pt x="2954" y="3865"/>
                  </a:lnTo>
                  <a:lnTo>
                    <a:pt x="2888" y="3859"/>
                  </a:lnTo>
                  <a:lnTo>
                    <a:pt x="2820" y="3853"/>
                  </a:lnTo>
                  <a:lnTo>
                    <a:pt x="2749" y="3845"/>
                  </a:lnTo>
                  <a:lnTo>
                    <a:pt x="2675" y="3835"/>
                  </a:lnTo>
                  <a:lnTo>
                    <a:pt x="2598" y="3825"/>
                  </a:lnTo>
                  <a:lnTo>
                    <a:pt x="2517" y="3814"/>
                  </a:lnTo>
                  <a:lnTo>
                    <a:pt x="2517" y="3893"/>
                  </a:lnTo>
                  <a:lnTo>
                    <a:pt x="2618" y="3915"/>
                  </a:lnTo>
                  <a:lnTo>
                    <a:pt x="2715" y="3937"/>
                  </a:lnTo>
                  <a:lnTo>
                    <a:pt x="2810" y="3954"/>
                  </a:lnTo>
                  <a:lnTo>
                    <a:pt x="2905" y="3971"/>
                  </a:lnTo>
                  <a:lnTo>
                    <a:pt x="2997" y="3984"/>
                  </a:lnTo>
                  <a:lnTo>
                    <a:pt x="3087" y="3995"/>
                  </a:lnTo>
                  <a:lnTo>
                    <a:pt x="3175" y="4003"/>
                  </a:lnTo>
                  <a:lnTo>
                    <a:pt x="3261" y="4009"/>
                  </a:lnTo>
                  <a:lnTo>
                    <a:pt x="3346" y="4011"/>
                  </a:lnTo>
                  <a:lnTo>
                    <a:pt x="3388" y="4011"/>
                  </a:lnTo>
                  <a:lnTo>
                    <a:pt x="3430" y="4011"/>
                  </a:lnTo>
                  <a:lnTo>
                    <a:pt x="3472" y="4010"/>
                  </a:lnTo>
                  <a:lnTo>
                    <a:pt x="3512" y="4009"/>
                  </a:lnTo>
                  <a:lnTo>
                    <a:pt x="3552" y="4005"/>
                  </a:lnTo>
                  <a:lnTo>
                    <a:pt x="3592" y="4002"/>
                  </a:lnTo>
                  <a:lnTo>
                    <a:pt x="3632" y="3998"/>
                  </a:lnTo>
                  <a:lnTo>
                    <a:pt x="3672" y="3993"/>
                  </a:lnTo>
                  <a:lnTo>
                    <a:pt x="3711" y="3987"/>
                  </a:lnTo>
                  <a:lnTo>
                    <a:pt x="3750" y="3980"/>
                  </a:lnTo>
                  <a:lnTo>
                    <a:pt x="3788" y="3973"/>
                  </a:lnTo>
                  <a:lnTo>
                    <a:pt x="3827" y="3965"/>
                  </a:lnTo>
                  <a:lnTo>
                    <a:pt x="3865" y="3957"/>
                  </a:lnTo>
                  <a:lnTo>
                    <a:pt x="3903" y="3946"/>
                  </a:lnTo>
                  <a:lnTo>
                    <a:pt x="3940" y="3936"/>
                  </a:lnTo>
                  <a:lnTo>
                    <a:pt x="3977" y="3925"/>
                  </a:lnTo>
                  <a:lnTo>
                    <a:pt x="4015" y="3912"/>
                  </a:lnTo>
                  <a:lnTo>
                    <a:pt x="4051" y="3899"/>
                  </a:lnTo>
                  <a:lnTo>
                    <a:pt x="4088" y="3885"/>
                  </a:lnTo>
                  <a:lnTo>
                    <a:pt x="4125" y="3869"/>
                  </a:lnTo>
                  <a:lnTo>
                    <a:pt x="4161" y="3853"/>
                  </a:lnTo>
                  <a:lnTo>
                    <a:pt x="4197" y="3836"/>
                  </a:lnTo>
                  <a:lnTo>
                    <a:pt x="4233" y="3819"/>
                  </a:lnTo>
                  <a:lnTo>
                    <a:pt x="4269" y="3800"/>
                  </a:lnTo>
                  <a:lnTo>
                    <a:pt x="4304" y="3780"/>
                  </a:lnTo>
                  <a:lnTo>
                    <a:pt x="4340" y="3760"/>
                  </a:lnTo>
                  <a:lnTo>
                    <a:pt x="4375" y="3737"/>
                  </a:lnTo>
                  <a:lnTo>
                    <a:pt x="4409" y="3715"/>
                  </a:lnTo>
                  <a:lnTo>
                    <a:pt x="4445" y="3691"/>
                  </a:lnTo>
                  <a:lnTo>
                    <a:pt x="4480" y="3666"/>
                  </a:lnTo>
                  <a:lnTo>
                    <a:pt x="4514" y="3642"/>
                  </a:lnTo>
                  <a:lnTo>
                    <a:pt x="4549" y="3614"/>
                  </a:lnTo>
                  <a:lnTo>
                    <a:pt x="4584" y="3587"/>
                  </a:lnTo>
                  <a:lnTo>
                    <a:pt x="4618" y="3558"/>
                  </a:lnTo>
                  <a:lnTo>
                    <a:pt x="4653" y="3528"/>
                  </a:lnTo>
                  <a:lnTo>
                    <a:pt x="4687" y="3497"/>
                  </a:lnTo>
                  <a:lnTo>
                    <a:pt x="4721" y="3466"/>
                  </a:lnTo>
                  <a:lnTo>
                    <a:pt x="4756" y="3433"/>
                  </a:lnTo>
                  <a:lnTo>
                    <a:pt x="4791" y="3398"/>
                  </a:lnTo>
                  <a:lnTo>
                    <a:pt x="4825" y="3363"/>
                  </a:lnTo>
                  <a:lnTo>
                    <a:pt x="4859" y="3326"/>
                  </a:lnTo>
                  <a:lnTo>
                    <a:pt x="4893" y="3290"/>
                  </a:lnTo>
                  <a:lnTo>
                    <a:pt x="4928" y="3251"/>
                  </a:lnTo>
                  <a:lnTo>
                    <a:pt x="4962" y="3212"/>
                  </a:lnTo>
                  <a:lnTo>
                    <a:pt x="4996" y="3170"/>
                  </a:lnTo>
                  <a:lnTo>
                    <a:pt x="5030" y="3128"/>
                  </a:lnTo>
                  <a:lnTo>
                    <a:pt x="5614" y="3149"/>
                  </a:lnTo>
                  <a:lnTo>
                    <a:pt x="4520" y="4598"/>
                  </a:lnTo>
                  <a:lnTo>
                    <a:pt x="2141" y="4695"/>
                  </a:lnTo>
                  <a:lnTo>
                    <a:pt x="1887" y="5480"/>
                  </a:lnTo>
                  <a:lnTo>
                    <a:pt x="0" y="5473"/>
                  </a:lnTo>
                  <a:close/>
                  <a:moveTo>
                    <a:pt x="4519" y="2271"/>
                  </a:moveTo>
                  <a:lnTo>
                    <a:pt x="5270" y="2271"/>
                  </a:lnTo>
                  <a:lnTo>
                    <a:pt x="4171" y="1135"/>
                  </a:lnTo>
                  <a:lnTo>
                    <a:pt x="3070" y="0"/>
                  </a:lnTo>
                  <a:lnTo>
                    <a:pt x="2235" y="862"/>
                  </a:lnTo>
                  <a:lnTo>
                    <a:pt x="2235" y="551"/>
                  </a:lnTo>
                  <a:lnTo>
                    <a:pt x="2340" y="551"/>
                  </a:lnTo>
                  <a:lnTo>
                    <a:pt x="2340" y="286"/>
                  </a:lnTo>
                  <a:lnTo>
                    <a:pt x="1596" y="286"/>
                  </a:lnTo>
                  <a:lnTo>
                    <a:pt x="1596" y="551"/>
                  </a:lnTo>
                  <a:lnTo>
                    <a:pt x="1713" y="551"/>
                  </a:lnTo>
                  <a:lnTo>
                    <a:pt x="1713" y="1400"/>
                  </a:lnTo>
                  <a:lnTo>
                    <a:pt x="870" y="2271"/>
                  </a:lnTo>
                  <a:lnTo>
                    <a:pt x="1627" y="2271"/>
                  </a:lnTo>
                  <a:lnTo>
                    <a:pt x="1627" y="3221"/>
                  </a:lnTo>
                  <a:lnTo>
                    <a:pt x="1686" y="3193"/>
                  </a:lnTo>
                  <a:lnTo>
                    <a:pt x="1746" y="3164"/>
                  </a:lnTo>
                  <a:lnTo>
                    <a:pt x="1805" y="3139"/>
                  </a:lnTo>
                  <a:lnTo>
                    <a:pt x="1867" y="3114"/>
                  </a:lnTo>
                  <a:lnTo>
                    <a:pt x="1927" y="3090"/>
                  </a:lnTo>
                  <a:lnTo>
                    <a:pt x="1990" y="3068"/>
                  </a:lnTo>
                  <a:lnTo>
                    <a:pt x="2051" y="3048"/>
                  </a:lnTo>
                  <a:lnTo>
                    <a:pt x="2115" y="3029"/>
                  </a:lnTo>
                  <a:lnTo>
                    <a:pt x="2177" y="3010"/>
                  </a:lnTo>
                  <a:lnTo>
                    <a:pt x="2241" y="2993"/>
                  </a:lnTo>
                  <a:lnTo>
                    <a:pt x="2306" y="2979"/>
                  </a:lnTo>
                  <a:lnTo>
                    <a:pt x="2371" y="2965"/>
                  </a:lnTo>
                  <a:lnTo>
                    <a:pt x="2437" y="2953"/>
                  </a:lnTo>
                  <a:lnTo>
                    <a:pt x="2503" y="2943"/>
                  </a:lnTo>
                  <a:lnTo>
                    <a:pt x="2569" y="2933"/>
                  </a:lnTo>
                  <a:lnTo>
                    <a:pt x="2637" y="2925"/>
                  </a:lnTo>
                  <a:lnTo>
                    <a:pt x="2637" y="2320"/>
                  </a:lnTo>
                  <a:lnTo>
                    <a:pt x="3485" y="2320"/>
                  </a:lnTo>
                  <a:lnTo>
                    <a:pt x="3485" y="2954"/>
                  </a:lnTo>
                  <a:lnTo>
                    <a:pt x="3553" y="2966"/>
                  </a:lnTo>
                  <a:lnTo>
                    <a:pt x="3622" y="2980"/>
                  </a:lnTo>
                  <a:lnTo>
                    <a:pt x="3691" y="2994"/>
                  </a:lnTo>
                  <a:lnTo>
                    <a:pt x="3762" y="3011"/>
                  </a:lnTo>
                  <a:lnTo>
                    <a:pt x="3833" y="3029"/>
                  </a:lnTo>
                  <a:lnTo>
                    <a:pt x="3904" y="3048"/>
                  </a:lnTo>
                  <a:lnTo>
                    <a:pt x="3976" y="3068"/>
                  </a:lnTo>
                  <a:lnTo>
                    <a:pt x="4048" y="3090"/>
                  </a:lnTo>
                  <a:lnTo>
                    <a:pt x="4296" y="3167"/>
                  </a:lnTo>
                  <a:lnTo>
                    <a:pt x="4295" y="3365"/>
                  </a:lnTo>
                  <a:lnTo>
                    <a:pt x="4351" y="3322"/>
                  </a:lnTo>
                  <a:lnTo>
                    <a:pt x="4407" y="3275"/>
                  </a:lnTo>
                  <a:lnTo>
                    <a:pt x="4464" y="3225"/>
                  </a:lnTo>
                  <a:lnTo>
                    <a:pt x="4519" y="3172"/>
                  </a:lnTo>
                  <a:lnTo>
                    <a:pt x="4519" y="22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11527" y="5349114"/>
            <a:ext cx="2636661" cy="802329"/>
            <a:chOff x="1243737" y="4586033"/>
            <a:chExt cx="12766200" cy="802329"/>
          </a:xfrm>
        </p:grpSpPr>
        <p:cxnSp>
          <p:nvCxnSpPr>
            <p:cNvPr id="19" name="直接连接符 18"/>
            <p:cNvCxnSpPr/>
            <p:nvPr userDrawn="1"/>
          </p:nvCxnSpPr>
          <p:spPr>
            <a:xfrm>
              <a:off x="3562347" y="5388362"/>
              <a:ext cx="10447590" cy="0"/>
            </a:xfrm>
            <a:prstGeom prst="line">
              <a:avLst/>
            </a:prstGeom>
            <a:ln w="25400" cmpd="sng">
              <a:solidFill>
                <a:schemeClr val="bg1">
                  <a:lumMod val="50000"/>
                </a:schemeClr>
              </a:solidFill>
              <a:prstDash val="sysDash"/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 userDrawn="1"/>
          </p:nvCxnSpPr>
          <p:spPr>
            <a:xfrm>
              <a:off x="1243737" y="4586033"/>
              <a:ext cx="2328153" cy="802329"/>
            </a:xfrm>
            <a:prstGeom prst="line">
              <a:avLst/>
            </a:prstGeom>
            <a:ln w="25400" cmpd="sng">
              <a:solidFill>
                <a:schemeClr val="bg1">
                  <a:lumMod val="50000"/>
                </a:schemeClr>
              </a:solidFill>
              <a:prstDash val="sysDash"/>
              <a:headEnd type="oval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 flipH="1">
            <a:off x="960076" y="3633536"/>
            <a:ext cx="2657618" cy="407156"/>
            <a:chOff x="-48052" y="2638542"/>
            <a:chExt cx="14460643" cy="197777"/>
          </a:xfrm>
        </p:grpSpPr>
        <p:cxnSp>
          <p:nvCxnSpPr>
            <p:cNvPr id="22" name="直接连接符 21"/>
            <p:cNvCxnSpPr/>
            <p:nvPr userDrawn="1"/>
          </p:nvCxnSpPr>
          <p:spPr>
            <a:xfrm>
              <a:off x="4220459" y="2836319"/>
              <a:ext cx="10192132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 userDrawn="1"/>
          </p:nvCxnSpPr>
          <p:spPr>
            <a:xfrm flipH="1" flipV="1">
              <a:off x="-48052" y="2638542"/>
              <a:ext cx="4268516" cy="197777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973027" y="5553173"/>
            <a:ext cx="2703883" cy="688635"/>
            <a:chOff x="-2127764" y="4792025"/>
            <a:chExt cx="6014190" cy="688635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-2127764" y="5479373"/>
              <a:ext cx="4604918" cy="1287"/>
            </a:xfrm>
            <a:prstGeom prst="line">
              <a:avLst/>
            </a:prstGeom>
            <a:ln w="25400" cmpd="sng">
              <a:solidFill>
                <a:schemeClr val="bg1">
                  <a:lumMod val="50000"/>
                </a:schemeClr>
              </a:solidFill>
              <a:prstDash val="sysDash"/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2490820" y="4792025"/>
              <a:ext cx="1395606" cy="681410"/>
            </a:xfrm>
            <a:prstGeom prst="line">
              <a:avLst/>
            </a:prstGeom>
            <a:ln w="25400" cmpd="sng">
              <a:solidFill>
                <a:schemeClr val="bg1">
                  <a:lumMod val="50000"/>
                </a:schemeClr>
              </a:solidFill>
              <a:prstDash val="sysDash"/>
              <a:headEnd type="oval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740B179-6C5D-1A9D-C689-8BED64D89FE5}"/>
              </a:ext>
            </a:extLst>
          </p:cNvPr>
          <p:cNvSpPr/>
          <p:nvPr/>
        </p:nvSpPr>
        <p:spPr>
          <a:xfrm>
            <a:off x="-1452871" y="457648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        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期中分析与总结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64B1A-3770-6B34-BF7A-E4371D182038}"/>
              </a:ext>
            </a:extLst>
          </p:cNvPr>
          <p:cNvSpPr txBox="1"/>
          <p:nvPr/>
        </p:nvSpPr>
        <p:spPr>
          <a:xfrm>
            <a:off x="113414" y="1103951"/>
            <a:ext cx="87541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       切记，此次期中考试只是一个</a:t>
            </a:r>
            <a:r>
              <a:rPr lang="zh-CN" altLang="en-US" sz="1400" dirty="0">
                <a:solidFill>
                  <a:srgbClr val="FF0000"/>
                </a:solidFill>
              </a:rPr>
              <a:t>过程性测试</a:t>
            </a:r>
            <a:r>
              <a:rPr lang="zh-CN" altLang="en-US" sz="1400" dirty="0"/>
              <a:t>，是对过去两个月学习成果的检验，客观分数帮助我们更好地</a:t>
            </a:r>
            <a:r>
              <a:rPr lang="zh-CN" altLang="en-US" sz="1400" dirty="0">
                <a:solidFill>
                  <a:srgbClr val="FF0000"/>
                </a:solidFill>
              </a:rPr>
              <a:t>指导未来的学习生活，改进学习方法</a:t>
            </a:r>
            <a:r>
              <a:rPr lang="zh-CN" altLang="en-US" sz="1400" dirty="0"/>
              <a:t>，从而获得理想成绩。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zh-CN" altLang="en-US" sz="1400" dirty="0"/>
              <a:t>好好总结，调整心态，期末加油</a:t>
            </a:r>
            <a:r>
              <a:rPr lang="en-US" altLang="zh-CN" sz="1400" dirty="0"/>
              <a:t>!</a:t>
            </a:r>
          </a:p>
          <a:p>
            <a:r>
              <a:rPr lang="zh-CN" altLang="en-US" sz="1400" dirty="0"/>
              <a:t>       </a:t>
            </a:r>
            <a:r>
              <a:rPr lang="zh-CN" altLang="en-US" sz="1400" dirty="0">
                <a:solidFill>
                  <a:srgbClr val="FF0000"/>
                </a:solidFill>
              </a:rPr>
              <a:t>摒弃</a:t>
            </a:r>
            <a:r>
              <a:rPr lang="zh-CN" altLang="en-US" sz="1400" dirty="0"/>
              <a:t>初高中“</a:t>
            </a:r>
            <a:r>
              <a:rPr lang="zh-CN" altLang="en-US" sz="1400" dirty="0">
                <a:solidFill>
                  <a:srgbClr val="FF0000"/>
                </a:solidFill>
              </a:rPr>
              <a:t>唯成绩论</a:t>
            </a:r>
            <a:r>
              <a:rPr lang="zh-CN" altLang="en-US" sz="1400" dirty="0"/>
              <a:t>”思想与理念，大学生活是</a:t>
            </a:r>
            <a:r>
              <a:rPr lang="zh-CN" altLang="en-US" sz="1400" dirty="0">
                <a:solidFill>
                  <a:srgbClr val="FF0000"/>
                </a:solidFill>
              </a:rPr>
              <a:t>享受学习，热爱学习</a:t>
            </a:r>
            <a:r>
              <a:rPr lang="zh-CN" altLang="en-US" sz="1400" dirty="0"/>
              <a:t>，找到适合自己的兴趣爱好，以此规划个人目标，并坚定追求。不能以“高分成绩”为主导，最重要的的是</a:t>
            </a:r>
            <a:r>
              <a:rPr lang="zh-CN" altLang="en-US" sz="1400" dirty="0">
                <a:solidFill>
                  <a:srgbClr val="FF0000"/>
                </a:solidFill>
              </a:rPr>
              <a:t>个人能力的培养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zh-CN" altLang="en-US" sz="1400" dirty="0"/>
              <a:t>当然也有同学成绩优异，竞赛科研样样精通，生活多姿多彩。少数群体！</a:t>
            </a:r>
            <a:r>
              <a:rPr lang="en-US" altLang="zh-CN" sz="1400" dirty="0"/>
              <a:t>——</a:t>
            </a:r>
            <a:r>
              <a:rPr lang="zh-CN" altLang="en-US" sz="1400" dirty="0">
                <a:solidFill>
                  <a:srgbClr val="FF0000"/>
                </a:solidFill>
              </a:rPr>
              <a:t>努力</a:t>
            </a:r>
            <a:r>
              <a:rPr lang="en-US" altLang="zh-CN" sz="1400" dirty="0">
                <a:solidFill>
                  <a:srgbClr val="FF0000"/>
                </a:solidFill>
              </a:rPr>
              <a:t>+</a:t>
            </a:r>
            <a:r>
              <a:rPr lang="zh-CN" altLang="en-US" sz="1400" dirty="0">
                <a:solidFill>
                  <a:srgbClr val="FF0000"/>
                </a:solidFill>
              </a:rPr>
              <a:t>天赋</a:t>
            </a:r>
            <a:r>
              <a:rPr lang="zh-CN" altLang="en-US" sz="1400" dirty="0"/>
              <a:t>！每个人的规划是不一样的，不要因他人而动摇自己的选择，相信自己！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zh-CN" altLang="en-US" sz="1400" dirty="0"/>
              <a:t>我承认你很优秀，但不关我的事；我也有闪光点，我在其他方面比你更加优秀</a:t>
            </a:r>
            <a:r>
              <a:rPr lang="en-US" altLang="zh-CN" sz="1400" dirty="0"/>
              <a:t>!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53D5E0-43AB-0809-25E2-03CD261DE347}"/>
              </a:ext>
            </a:extLst>
          </p:cNvPr>
          <p:cNvSpPr txBox="1"/>
          <p:nvPr/>
        </p:nvSpPr>
        <p:spPr>
          <a:xfrm>
            <a:off x="3715825" y="3511145"/>
            <a:ext cx="101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887D2C-DAAA-0C83-37F0-BEA02834C333}"/>
              </a:ext>
            </a:extLst>
          </p:cNvPr>
          <p:cNvSpPr txBox="1"/>
          <p:nvPr/>
        </p:nvSpPr>
        <p:spPr>
          <a:xfrm>
            <a:off x="3617693" y="5167423"/>
            <a:ext cx="72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2B4F39-32ED-8C9B-75C9-26734F6CB5F5}"/>
              </a:ext>
            </a:extLst>
          </p:cNvPr>
          <p:cNvSpPr txBox="1"/>
          <p:nvPr/>
        </p:nvSpPr>
        <p:spPr>
          <a:xfrm>
            <a:off x="4974129" y="5207811"/>
            <a:ext cx="114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工程图学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152C13-1C84-DB41-09B9-3F7A403ADC0A}"/>
              </a:ext>
            </a:extLst>
          </p:cNvPr>
          <p:cNvSpPr txBox="1"/>
          <p:nvPr/>
        </p:nvSpPr>
        <p:spPr>
          <a:xfrm>
            <a:off x="960076" y="3390668"/>
            <a:ext cx="200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平均分：</a:t>
            </a:r>
            <a:r>
              <a:rPr lang="en-US" altLang="zh-CN" dirty="0"/>
              <a:t>69.46</a:t>
            </a:r>
          </a:p>
          <a:p>
            <a:r>
              <a:rPr lang="zh-CN" altLang="en-US" dirty="0"/>
              <a:t>最高分：</a:t>
            </a:r>
            <a:r>
              <a:rPr lang="en-US" altLang="zh-CN" dirty="0"/>
              <a:t>83.5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BA232A-49E0-2AD1-E9DD-4914C8557912}"/>
              </a:ext>
            </a:extLst>
          </p:cNvPr>
          <p:cNvSpPr txBox="1"/>
          <p:nvPr/>
        </p:nvSpPr>
        <p:spPr>
          <a:xfrm>
            <a:off x="960076" y="5553173"/>
            <a:ext cx="194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平均分：</a:t>
            </a:r>
            <a:r>
              <a:rPr lang="en-US" altLang="zh-CN" dirty="0"/>
              <a:t>89.2</a:t>
            </a:r>
          </a:p>
          <a:p>
            <a:r>
              <a:rPr lang="zh-CN" altLang="en-US" dirty="0"/>
              <a:t>最高分：</a:t>
            </a:r>
            <a:r>
              <a:rPr lang="en-US" altLang="zh-CN" dirty="0"/>
              <a:t>98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7ADA45-A029-0031-4DA8-D23D9BD5306D}"/>
              </a:ext>
            </a:extLst>
          </p:cNvPr>
          <p:cNvSpPr txBox="1"/>
          <p:nvPr/>
        </p:nvSpPr>
        <p:spPr>
          <a:xfrm>
            <a:off x="6490400" y="5454581"/>
            <a:ext cx="205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平均分：</a:t>
            </a:r>
            <a:r>
              <a:rPr lang="en-US" altLang="zh-CN" dirty="0"/>
              <a:t>84.92</a:t>
            </a:r>
          </a:p>
          <a:p>
            <a:r>
              <a:rPr lang="zh-CN" altLang="en-US" dirty="0"/>
              <a:t>最高分：</a:t>
            </a:r>
            <a:r>
              <a:rPr lang="en-US" altLang="zh-CN" dirty="0"/>
              <a:t>97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D63DC54-A129-E9F7-AA67-C150567F46D6}"/>
              </a:ext>
            </a:extLst>
          </p:cNvPr>
          <p:cNvSpPr txBox="1"/>
          <p:nvPr/>
        </p:nvSpPr>
        <p:spPr>
          <a:xfrm>
            <a:off x="6507900" y="3317063"/>
            <a:ext cx="2458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zh-CN" altLang="en-US" dirty="0"/>
              <a:t>：此次高数考试难度较大，普遍分数不高，切勿丧失信心。</a:t>
            </a:r>
          </a:p>
        </p:txBody>
      </p:sp>
    </p:spTree>
    <p:extLst>
      <p:ext uri="{BB962C8B-B14F-4D97-AF65-F5344CB8AC3E}">
        <p14:creationId xmlns:p14="http://schemas.microsoft.com/office/powerpoint/2010/main" val="167694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7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空心弧 3"/>
          <p:cNvSpPr/>
          <p:nvPr/>
        </p:nvSpPr>
        <p:spPr>
          <a:xfrm rot="11297752">
            <a:off x="1175098" y="2955560"/>
            <a:ext cx="1364552" cy="1364033"/>
          </a:xfrm>
          <a:prstGeom prst="blockArc">
            <a:avLst>
              <a:gd name="adj1" fmla="val 5997684"/>
              <a:gd name="adj2" fmla="val 21197870"/>
              <a:gd name="adj3" fmla="val 1882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空心弧 4"/>
          <p:cNvSpPr>
            <a:spLocks noChangeAspect="1"/>
          </p:cNvSpPr>
          <p:nvPr/>
        </p:nvSpPr>
        <p:spPr>
          <a:xfrm rot="20441400">
            <a:off x="772072" y="2555247"/>
            <a:ext cx="2160823" cy="2160000"/>
          </a:xfrm>
          <a:prstGeom prst="blockArc">
            <a:avLst>
              <a:gd name="adj1" fmla="val 6569697"/>
              <a:gd name="adj2" fmla="val 2454974"/>
              <a:gd name="adj3" fmla="val 15340"/>
            </a:avLst>
          </a:prstGeom>
          <a:solidFill>
            <a:srgbClr val="218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空心弧 5"/>
          <p:cNvSpPr>
            <a:spLocks noChangeAspect="1"/>
          </p:cNvSpPr>
          <p:nvPr/>
        </p:nvSpPr>
        <p:spPr>
          <a:xfrm rot="17156505">
            <a:off x="236850" y="2087245"/>
            <a:ext cx="3094820" cy="3096000"/>
          </a:xfrm>
          <a:prstGeom prst="blockArc">
            <a:avLst>
              <a:gd name="adj1" fmla="val 4364256"/>
              <a:gd name="adj2" fmla="val 21524630"/>
              <a:gd name="adj3" fmla="val 13053"/>
            </a:avLst>
          </a:prstGeom>
          <a:solidFill>
            <a:srgbClr val="07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731992" y="3429000"/>
            <a:ext cx="799993" cy="802329"/>
          </a:xfrm>
          <a:prstGeom prst="line">
            <a:avLst/>
          </a:prstGeom>
          <a:ln w="25400" cmpd="sng">
            <a:solidFill>
              <a:schemeClr val="bg1">
                <a:lumMod val="50000"/>
              </a:schemeClr>
            </a:solidFill>
            <a:prstDash val="sysDash"/>
            <a:headEnd type="oval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flipH="1" flipV="1">
            <a:off x="2805209" y="2899700"/>
            <a:ext cx="766682" cy="423586"/>
          </a:xfrm>
          <a:prstGeom prst="line">
            <a:avLst/>
          </a:prstGeom>
          <a:ln w="25400" cmpd="sng">
            <a:solidFill>
              <a:schemeClr val="bg1">
                <a:lumMod val="50000"/>
              </a:schemeClr>
            </a:solidFill>
            <a:prstDash val="sysDash"/>
            <a:headEnd type="none" w="sm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 flipH="1">
            <a:off x="2337641" y="2070602"/>
            <a:ext cx="1312498" cy="71231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>
            <a:spLocks noChangeAspect="1"/>
          </p:cNvSpPr>
          <p:nvPr/>
        </p:nvSpPr>
        <p:spPr bwMode="auto">
          <a:xfrm>
            <a:off x="1515076" y="3265586"/>
            <a:ext cx="680131" cy="68013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>
              <a:rot lat="0" lon="0" rev="11400000"/>
            </a:lightRig>
          </a:scene3d>
          <a:sp3d extrusionH="25400" prstMaterial="dkEdge">
            <a:bevelT w="184150" prst="relaxedInset"/>
            <a:contourClr>
              <a:schemeClr val="bg1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Heiti SC Light" charset="0"/>
              <a:cs typeface="Heiti SC Light" charset="0"/>
              <a:sym typeface="Calibri" panose="020F0502020204030204" pitchFamily="34" charset="0"/>
            </a:endParaRPr>
          </a:p>
        </p:txBody>
      </p:sp>
      <p:sp>
        <p:nvSpPr>
          <p:cNvPr id="28" name="KSO_Shape"/>
          <p:cNvSpPr>
            <a:spLocks/>
          </p:cNvSpPr>
          <p:nvPr/>
        </p:nvSpPr>
        <p:spPr bwMode="auto">
          <a:xfrm>
            <a:off x="1692124" y="3434248"/>
            <a:ext cx="326033" cy="356403"/>
          </a:xfrm>
          <a:custGeom>
            <a:avLst/>
            <a:gdLst>
              <a:gd name="T0" fmla="*/ 49882 w 5614"/>
              <a:gd name="T1" fmla="*/ 1769010 h 5480"/>
              <a:gd name="T2" fmla="*/ 103835 w 5614"/>
              <a:gd name="T3" fmla="*/ 1683222 h 5480"/>
              <a:gd name="T4" fmla="*/ 160843 w 5614"/>
              <a:gd name="T5" fmla="*/ 1599807 h 5480"/>
              <a:gd name="T6" fmla="*/ 222601 w 5614"/>
              <a:gd name="T7" fmla="*/ 1520121 h 5480"/>
              <a:gd name="T8" fmla="*/ 288091 w 5614"/>
              <a:gd name="T9" fmla="*/ 1444505 h 5480"/>
              <a:gd name="T10" fmla="*/ 357654 w 5614"/>
              <a:gd name="T11" fmla="*/ 1374654 h 5480"/>
              <a:gd name="T12" fmla="*/ 431967 w 5614"/>
              <a:gd name="T13" fmla="*/ 1310566 h 5480"/>
              <a:gd name="T14" fmla="*/ 511371 w 5614"/>
              <a:gd name="T15" fmla="*/ 1253600 h 5480"/>
              <a:gd name="T16" fmla="*/ 594846 w 5614"/>
              <a:gd name="T17" fmla="*/ 1204433 h 5480"/>
              <a:gd name="T18" fmla="*/ 684429 w 5614"/>
              <a:gd name="T19" fmla="*/ 1164421 h 5480"/>
              <a:gd name="T20" fmla="*/ 778424 w 5614"/>
              <a:gd name="T21" fmla="*/ 1133903 h 5480"/>
              <a:gd name="T22" fmla="*/ 878526 w 5614"/>
              <a:gd name="T23" fmla="*/ 1114236 h 5480"/>
              <a:gd name="T24" fmla="*/ 984397 w 5614"/>
              <a:gd name="T25" fmla="*/ 1106776 h 5480"/>
              <a:gd name="T26" fmla="*/ 1096037 w 5614"/>
              <a:gd name="T27" fmla="*/ 1111184 h 5480"/>
              <a:gd name="T28" fmla="*/ 1213784 w 5614"/>
              <a:gd name="T29" fmla="*/ 1129156 h 5480"/>
              <a:gd name="T30" fmla="*/ 1337979 w 5614"/>
              <a:gd name="T31" fmla="*/ 1161369 h 5480"/>
              <a:gd name="T32" fmla="*/ 1325085 w 5614"/>
              <a:gd name="T33" fmla="*/ 1269198 h 5480"/>
              <a:gd name="T34" fmla="*/ 1294884 w 5614"/>
              <a:gd name="T35" fmla="*/ 1285474 h 5480"/>
              <a:gd name="T36" fmla="*/ 1256879 w 5614"/>
              <a:gd name="T37" fmla="*/ 1298698 h 5480"/>
              <a:gd name="T38" fmla="*/ 1209712 w 5614"/>
              <a:gd name="T39" fmla="*/ 1308532 h 5480"/>
              <a:gd name="T40" fmla="*/ 1152366 w 5614"/>
              <a:gd name="T41" fmla="*/ 1313957 h 5480"/>
              <a:gd name="T42" fmla="*/ 1083821 w 5614"/>
              <a:gd name="T43" fmla="*/ 1314975 h 5480"/>
              <a:gd name="T44" fmla="*/ 1002382 w 5614"/>
              <a:gd name="T45" fmla="*/ 1310566 h 5480"/>
              <a:gd name="T46" fmla="*/ 907708 w 5614"/>
              <a:gd name="T47" fmla="*/ 1300394 h 5480"/>
              <a:gd name="T48" fmla="*/ 854094 w 5614"/>
              <a:gd name="T49" fmla="*/ 1320061 h 5480"/>
              <a:gd name="T50" fmla="*/ 985754 w 5614"/>
              <a:gd name="T51" fmla="*/ 1346510 h 5480"/>
              <a:gd name="T52" fmla="*/ 1106556 w 5614"/>
              <a:gd name="T53" fmla="*/ 1359395 h 5480"/>
              <a:gd name="T54" fmla="*/ 1178155 w 5614"/>
              <a:gd name="T55" fmla="*/ 1359734 h 5480"/>
              <a:gd name="T56" fmla="*/ 1232447 w 5614"/>
              <a:gd name="T57" fmla="*/ 1355665 h 5480"/>
              <a:gd name="T58" fmla="*/ 1285383 w 5614"/>
              <a:gd name="T59" fmla="*/ 1347188 h 5480"/>
              <a:gd name="T60" fmla="*/ 1336961 w 5614"/>
              <a:gd name="T61" fmla="*/ 1334642 h 5480"/>
              <a:gd name="T62" fmla="*/ 1387182 w 5614"/>
              <a:gd name="T63" fmla="*/ 1317348 h 5480"/>
              <a:gd name="T64" fmla="*/ 1436385 w 5614"/>
              <a:gd name="T65" fmla="*/ 1294969 h 5480"/>
              <a:gd name="T66" fmla="*/ 1484570 w 5614"/>
              <a:gd name="T67" fmla="*/ 1267164 h 5480"/>
              <a:gd name="T68" fmla="*/ 1531737 w 5614"/>
              <a:gd name="T69" fmla="*/ 1234950 h 5480"/>
              <a:gd name="T70" fmla="*/ 1578904 w 5614"/>
              <a:gd name="T71" fmla="*/ 1196295 h 5480"/>
              <a:gd name="T72" fmla="*/ 1625731 w 5614"/>
              <a:gd name="T73" fmla="*/ 1152213 h 5480"/>
              <a:gd name="T74" fmla="*/ 1672219 w 5614"/>
              <a:gd name="T75" fmla="*/ 1102368 h 5480"/>
              <a:gd name="T76" fmla="*/ 1905000 w 5614"/>
              <a:gd name="T77" fmla="*/ 1067781 h 5480"/>
              <a:gd name="T78" fmla="*/ 0 w 5614"/>
              <a:gd name="T79" fmla="*/ 1855816 h 5480"/>
              <a:gd name="T80" fmla="*/ 1415346 w 5614"/>
              <a:gd name="T81" fmla="*/ 384862 h 5480"/>
              <a:gd name="T82" fmla="*/ 794033 w 5614"/>
              <a:gd name="T83" fmla="*/ 186836 h 5480"/>
              <a:gd name="T84" fmla="*/ 581273 w 5614"/>
              <a:gd name="T85" fmla="*/ 186836 h 5480"/>
              <a:gd name="T86" fmla="*/ 552090 w 5614"/>
              <a:gd name="T87" fmla="*/ 1092195 h 5480"/>
              <a:gd name="T88" fmla="*/ 612491 w 5614"/>
              <a:gd name="T89" fmla="*/ 1064390 h 5480"/>
              <a:gd name="T90" fmla="*/ 695966 w 5614"/>
              <a:gd name="T91" fmla="*/ 1033533 h 5480"/>
              <a:gd name="T92" fmla="*/ 782496 w 5614"/>
              <a:gd name="T93" fmla="*/ 1010136 h 5480"/>
              <a:gd name="T94" fmla="*/ 871739 w 5614"/>
              <a:gd name="T95" fmla="*/ 994539 h 5480"/>
              <a:gd name="T96" fmla="*/ 1182566 w 5614"/>
              <a:gd name="T97" fmla="*/ 1001659 h 5480"/>
              <a:gd name="T98" fmla="*/ 1252468 w 5614"/>
              <a:gd name="T99" fmla="*/ 1015223 h 5480"/>
              <a:gd name="T100" fmla="*/ 1349177 w 5614"/>
              <a:gd name="T101" fmla="*/ 1040315 h 5480"/>
              <a:gd name="T102" fmla="*/ 1457423 w 5614"/>
              <a:gd name="T103" fmla="*/ 1141024 h 5480"/>
              <a:gd name="T104" fmla="*/ 1533433 w 5614"/>
              <a:gd name="T105" fmla="*/ 1075580 h 548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5614" h="5480">
                <a:moveTo>
                  <a:pt x="0" y="5473"/>
                </a:moveTo>
                <a:lnTo>
                  <a:pt x="0" y="5473"/>
                </a:lnTo>
                <a:lnTo>
                  <a:pt x="72" y="5344"/>
                </a:lnTo>
                <a:lnTo>
                  <a:pt x="147" y="5217"/>
                </a:lnTo>
                <a:lnTo>
                  <a:pt x="186" y="5153"/>
                </a:lnTo>
                <a:lnTo>
                  <a:pt x="225" y="5089"/>
                </a:lnTo>
                <a:lnTo>
                  <a:pt x="265" y="5027"/>
                </a:lnTo>
                <a:lnTo>
                  <a:pt x="306" y="4964"/>
                </a:lnTo>
                <a:lnTo>
                  <a:pt x="347" y="4901"/>
                </a:lnTo>
                <a:lnTo>
                  <a:pt x="389" y="4840"/>
                </a:lnTo>
                <a:lnTo>
                  <a:pt x="432" y="4779"/>
                </a:lnTo>
                <a:lnTo>
                  <a:pt x="474" y="4718"/>
                </a:lnTo>
                <a:lnTo>
                  <a:pt x="519" y="4658"/>
                </a:lnTo>
                <a:lnTo>
                  <a:pt x="564" y="4599"/>
                </a:lnTo>
                <a:lnTo>
                  <a:pt x="609" y="4540"/>
                </a:lnTo>
                <a:lnTo>
                  <a:pt x="656" y="4483"/>
                </a:lnTo>
                <a:lnTo>
                  <a:pt x="702" y="4426"/>
                </a:lnTo>
                <a:lnTo>
                  <a:pt x="751" y="4370"/>
                </a:lnTo>
                <a:lnTo>
                  <a:pt x="799" y="4315"/>
                </a:lnTo>
                <a:lnTo>
                  <a:pt x="849" y="4260"/>
                </a:lnTo>
                <a:lnTo>
                  <a:pt x="898" y="4207"/>
                </a:lnTo>
                <a:lnTo>
                  <a:pt x="950" y="4155"/>
                </a:lnTo>
                <a:lnTo>
                  <a:pt x="1001" y="4103"/>
                </a:lnTo>
                <a:lnTo>
                  <a:pt x="1054" y="4054"/>
                </a:lnTo>
                <a:lnTo>
                  <a:pt x="1107" y="4004"/>
                </a:lnTo>
                <a:lnTo>
                  <a:pt x="1162" y="3957"/>
                </a:lnTo>
                <a:lnTo>
                  <a:pt x="1217" y="3910"/>
                </a:lnTo>
                <a:lnTo>
                  <a:pt x="1273" y="3865"/>
                </a:lnTo>
                <a:lnTo>
                  <a:pt x="1331" y="3821"/>
                </a:lnTo>
                <a:lnTo>
                  <a:pt x="1388" y="3777"/>
                </a:lnTo>
                <a:lnTo>
                  <a:pt x="1446" y="3736"/>
                </a:lnTo>
                <a:lnTo>
                  <a:pt x="1507" y="3697"/>
                </a:lnTo>
                <a:lnTo>
                  <a:pt x="1567" y="3658"/>
                </a:lnTo>
                <a:lnTo>
                  <a:pt x="1628" y="3621"/>
                </a:lnTo>
                <a:lnTo>
                  <a:pt x="1691" y="3586"/>
                </a:lnTo>
                <a:lnTo>
                  <a:pt x="1753" y="3552"/>
                </a:lnTo>
                <a:lnTo>
                  <a:pt x="1818" y="3520"/>
                </a:lnTo>
                <a:lnTo>
                  <a:pt x="1883" y="3489"/>
                </a:lnTo>
                <a:lnTo>
                  <a:pt x="1949" y="3461"/>
                </a:lnTo>
                <a:lnTo>
                  <a:pt x="2017" y="3434"/>
                </a:lnTo>
                <a:lnTo>
                  <a:pt x="2084" y="3409"/>
                </a:lnTo>
                <a:lnTo>
                  <a:pt x="2154" y="3385"/>
                </a:lnTo>
                <a:lnTo>
                  <a:pt x="2223" y="3364"/>
                </a:lnTo>
                <a:lnTo>
                  <a:pt x="2294" y="3344"/>
                </a:lnTo>
                <a:lnTo>
                  <a:pt x="2366" y="3327"/>
                </a:lnTo>
                <a:lnTo>
                  <a:pt x="2439" y="3311"/>
                </a:lnTo>
                <a:lnTo>
                  <a:pt x="2514" y="3298"/>
                </a:lnTo>
                <a:lnTo>
                  <a:pt x="2589" y="3286"/>
                </a:lnTo>
                <a:lnTo>
                  <a:pt x="2665" y="3278"/>
                </a:lnTo>
                <a:lnTo>
                  <a:pt x="2743" y="3271"/>
                </a:lnTo>
                <a:lnTo>
                  <a:pt x="2821" y="3266"/>
                </a:lnTo>
                <a:lnTo>
                  <a:pt x="2901" y="3264"/>
                </a:lnTo>
                <a:lnTo>
                  <a:pt x="2982" y="3262"/>
                </a:lnTo>
                <a:lnTo>
                  <a:pt x="3063" y="3265"/>
                </a:lnTo>
                <a:lnTo>
                  <a:pt x="3146" y="3270"/>
                </a:lnTo>
                <a:lnTo>
                  <a:pt x="3230" y="3277"/>
                </a:lnTo>
                <a:lnTo>
                  <a:pt x="3315" y="3286"/>
                </a:lnTo>
                <a:lnTo>
                  <a:pt x="3401" y="3298"/>
                </a:lnTo>
                <a:lnTo>
                  <a:pt x="3488" y="3313"/>
                </a:lnTo>
                <a:lnTo>
                  <a:pt x="3577" y="3330"/>
                </a:lnTo>
                <a:lnTo>
                  <a:pt x="3666" y="3350"/>
                </a:lnTo>
                <a:lnTo>
                  <a:pt x="3757" y="3372"/>
                </a:lnTo>
                <a:lnTo>
                  <a:pt x="3850" y="3397"/>
                </a:lnTo>
                <a:lnTo>
                  <a:pt x="3943" y="3425"/>
                </a:lnTo>
                <a:lnTo>
                  <a:pt x="3943" y="3716"/>
                </a:lnTo>
                <a:lnTo>
                  <a:pt x="3925" y="3730"/>
                </a:lnTo>
                <a:lnTo>
                  <a:pt x="3905" y="3743"/>
                </a:lnTo>
                <a:lnTo>
                  <a:pt x="3885" y="3756"/>
                </a:lnTo>
                <a:lnTo>
                  <a:pt x="3864" y="3768"/>
                </a:lnTo>
                <a:lnTo>
                  <a:pt x="3840" y="3780"/>
                </a:lnTo>
                <a:lnTo>
                  <a:pt x="3816" y="3791"/>
                </a:lnTo>
                <a:lnTo>
                  <a:pt x="3790" y="3802"/>
                </a:lnTo>
                <a:lnTo>
                  <a:pt x="3763" y="3813"/>
                </a:lnTo>
                <a:lnTo>
                  <a:pt x="3734" y="3822"/>
                </a:lnTo>
                <a:lnTo>
                  <a:pt x="3704" y="3830"/>
                </a:lnTo>
                <a:lnTo>
                  <a:pt x="3671" y="3839"/>
                </a:lnTo>
                <a:lnTo>
                  <a:pt x="3638" y="3846"/>
                </a:lnTo>
                <a:lnTo>
                  <a:pt x="3603" y="3853"/>
                </a:lnTo>
                <a:lnTo>
                  <a:pt x="3565" y="3859"/>
                </a:lnTo>
                <a:lnTo>
                  <a:pt x="3526" y="3865"/>
                </a:lnTo>
                <a:lnTo>
                  <a:pt x="3485" y="3869"/>
                </a:lnTo>
                <a:lnTo>
                  <a:pt x="3442" y="3873"/>
                </a:lnTo>
                <a:lnTo>
                  <a:pt x="3396" y="3875"/>
                </a:lnTo>
                <a:lnTo>
                  <a:pt x="3349" y="3878"/>
                </a:lnTo>
                <a:lnTo>
                  <a:pt x="3300" y="3879"/>
                </a:lnTo>
                <a:lnTo>
                  <a:pt x="3248" y="3879"/>
                </a:lnTo>
                <a:lnTo>
                  <a:pt x="3194" y="3878"/>
                </a:lnTo>
                <a:lnTo>
                  <a:pt x="3139" y="3876"/>
                </a:lnTo>
                <a:lnTo>
                  <a:pt x="3080" y="3874"/>
                </a:lnTo>
                <a:lnTo>
                  <a:pt x="3018" y="3869"/>
                </a:lnTo>
                <a:lnTo>
                  <a:pt x="2954" y="3865"/>
                </a:lnTo>
                <a:lnTo>
                  <a:pt x="2888" y="3859"/>
                </a:lnTo>
                <a:lnTo>
                  <a:pt x="2820" y="3853"/>
                </a:lnTo>
                <a:lnTo>
                  <a:pt x="2749" y="3845"/>
                </a:lnTo>
                <a:lnTo>
                  <a:pt x="2675" y="3835"/>
                </a:lnTo>
                <a:lnTo>
                  <a:pt x="2598" y="3825"/>
                </a:lnTo>
                <a:lnTo>
                  <a:pt x="2517" y="3814"/>
                </a:lnTo>
                <a:lnTo>
                  <a:pt x="2517" y="3893"/>
                </a:lnTo>
                <a:lnTo>
                  <a:pt x="2618" y="3915"/>
                </a:lnTo>
                <a:lnTo>
                  <a:pt x="2715" y="3937"/>
                </a:lnTo>
                <a:lnTo>
                  <a:pt x="2810" y="3954"/>
                </a:lnTo>
                <a:lnTo>
                  <a:pt x="2905" y="3971"/>
                </a:lnTo>
                <a:lnTo>
                  <a:pt x="2997" y="3984"/>
                </a:lnTo>
                <a:lnTo>
                  <a:pt x="3087" y="3995"/>
                </a:lnTo>
                <a:lnTo>
                  <a:pt x="3175" y="4003"/>
                </a:lnTo>
                <a:lnTo>
                  <a:pt x="3261" y="4009"/>
                </a:lnTo>
                <a:lnTo>
                  <a:pt x="3346" y="4011"/>
                </a:lnTo>
                <a:lnTo>
                  <a:pt x="3388" y="4011"/>
                </a:lnTo>
                <a:lnTo>
                  <a:pt x="3430" y="4011"/>
                </a:lnTo>
                <a:lnTo>
                  <a:pt x="3472" y="4010"/>
                </a:lnTo>
                <a:lnTo>
                  <a:pt x="3512" y="4009"/>
                </a:lnTo>
                <a:lnTo>
                  <a:pt x="3552" y="4005"/>
                </a:lnTo>
                <a:lnTo>
                  <a:pt x="3592" y="4002"/>
                </a:lnTo>
                <a:lnTo>
                  <a:pt x="3632" y="3998"/>
                </a:lnTo>
                <a:lnTo>
                  <a:pt x="3672" y="3993"/>
                </a:lnTo>
                <a:lnTo>
                  <a:pt x="3711" y="3987"/>
                </a:lnTo>
                <a:lnTo>
                  <a:pt x="3750" y="3980"/>
                </a:lnTo>
                <a:lnTo>
                  <a:pt x="3788" y="3973"/>
                </a:lnTo>
                <a:lnTo>
                  <a:pt x="3827" y="3965"/>
                </a:lnTo>
                <a:lnTo>
                  <a:pt x="3865" y="3957"/>
                </a:lnTo>
                <a:lnTo>
                  <a:pt x="3903" y="3946"/>
                </a:lnTo>
                <a:lnTo>
                  <a:pt x="3940" y="3936"/>
                </a:lnTo>
                <a:lnTo>
                  <a:pt x="3977" y="3925"/>
                </a:lnTo>
                <a:lnTo>
                  <a:pt x="4015" y="3912"/>
                </a:lnTo>
                <a:lnTo>
                  <a:pt x="4051" y="3899"/>
                </a:lnTo>
                <a:lnTo>
                  <a:pt x="4088" y="3885"/>
                </a:lnTo>
                <a:lnTo>
                  <a:pt x="4125" y="3869"/>
                </a:lnTo>
                <a:lnTo>
                  <a:pt x="4161" y="3853"/>
                </a:lnTo>
                <a:lnTo>
                  <a:pt x="4197" y="3836"/>
                </a:lnTo>
                <a:lnTo>
                  <a:pt x="4233" y="3819"/>
                </a:lnTo>
                <a:lnTo>
                  <a:pt x="4269" y="3800"/>
                </a:lnTo>
                <a:lnTo>
                  <a:pt x="4304" y="3780"/>
                </a:lnTo>
                <a:lnTo>
                  <a:pt x="4340" y="3760"/>
                </a:lnTo>
                <a:lnTo>
                  <a:pt x="4375" y="3737"/>
                </a:lnTo>
                <a:lnTo>
                  <a:pt x="4409" y="3715"/>
                </a:lnTo>
                <a:lnTo>
                  <a:pt x="4445" y="3691"/>
                </a:lnTo>
                <a:lnTo>
                  <a:pt x="4480" y="3666"/>
                </a:lnTo>
                <a:lnTo>
                  <a:pt x="4514" y="3642"/>
                </a:lnTo>
                <a:lnTo>
                  <a:pt x="4549" y="3614"/>
                </a:lnTo>
                <a:lnTo>
                  <a:pt x="4584" y="3587"/>
                </a:lnTo>
                <a:lnTo>
                  <a:pt x="4618" y="3558"/>
                </a:lnTo>
                <a:lnTo>
                  <a:pt x="4653" y="3528"/>
                </a:lnTo>
                <a:lnTo>
                  <a:pt x="4687" y="3497"/>
                </a:lnTo>
                <a:lnTo>
                  <a:pt x="4721" y="3466"/>
                </a:lnTo>
                <a:lnTo>
                  <a:pt x="4756" y="3433"/>
                </a:lnTo>
                <a:lnTo>
                  <a:pt x="4791" y="3398"/>
                </a:lnTo>
                <a:lnTo>
                  <a:pt x="4825" y="3363"/>
                </a:lnTo>
                <a:lnTo>
                  <a:pt x="4859" y="3326"/>
                </a:lnTo>
                <a:lnTo>
                  <a:pt x="4893" y="3290"/>
                </a:lnTo>
                <a:lnTo>
                  <a:pt x="4928" y="3251"/>
                </a:lnTo>
                <a:lnTo>
                  <a:pt x="4962" y="3212"/>
                </a:lnTo>
                <a:lnTo>
                  <a:pt x="4996" y="3170"/>
                </a:lnTo>
                <a:lnTo>
                  <a:pt x="5030" y="3128"/>
                </a:lnTo>
                <a:lnTo>
                  <a:pt x="5614" y="3149"/>
                </a:lnTo>
                <a:lnTo>
                  <a:pt x="4520" y="4598"/>
                </a:lnTo>
                <a:lnTo>
                  <a:pt x="2141" y="4695"/>
                </a:lnTo>
                <a:lnTo>
                  <a:pt x="1887" y="5480"/>
                </a:lnTo>
                <a:lnTo>
                  <a:pt x="0" y="5473"/>
                </a:lnTo>
                <a:close/>
                <a:moveTo>
                  <a:pt x="4519" y="2271"/>
                </a:moveTo>
                <a:lnTo>
                  <a:pt x="5270" y="2271"/>
                </a:lnTo>
                <a:lnTo>
                  <a:pt x="4171" y="1135"/>
                </a:lnTo>
                <a:lnTo>
                  <a:pt x="3070" y="0"/>
                </a:lnTo>
                <a:lnTo>
                  <a:pt x="2235" y="862"/>
                </a:lnTo>
                <a:lnTo>
                  <a:pt x="2235" y="551"/>
                </a:lnTo>
                <a:lnTo>
                  <a:pt x="2340" y="551"/>
                </a:lnTo>
                <a:lnTo>
                  <a:pt x="2340" y="286"/>
                </a:lnTo>
                <a:lnTo>
                  <a:pt x="1596" y="286"/>
                </a:lnTo>
                <a:lnTo>
                  <a:pt x="1596" y="551"/>
                </a:lnTo>
                <a:lnTo>
                  <a:pt x="1713" y="551"/>
                </a:lnTo>
                <a:lnTo>
                  <a:pt x="1713" y="1400"/>
                </a:lnTo>
                <a:lnTo>
                  <a:pt x="870" y="2271"/>
                </a:lnTo>
                <a:lnTo>
                  <a:pt x="1627" y="2271"/>
                </a:lnTo>
                <a:lnTo>
                  <a:pt x="1627" y="3221"/>
                </a:lnTo>
                <a:lnTo>
                  <a:pt x="1686" y="3193"/>
                </a:lnTo>
                <a:lnTo>
                  <a:pt x="1746" y="3164"/>
                </a:lnTo>
                <a:lnTo>
                  <a:pt x="1805" y="3139"/>
                </a:lnTo>
                <a:lnTo>
                  <a:pt x="1867" y="3114"/>
                </a:lnTo>
                <a:lnTo>
                  <a:pt x="1927" y="3090"/>
                </a:lnTo>
                <a:lnTo>
                  <a:pt x="1990" y="3068"/>
                </a:lnTo>
                <a:lnTo>
                  <a:pt x="2051" y="3048"/>
                </a:lnTo>
                <a:lnTo>
                  <a:pt x="2115" y="3029"/>
                </a:lnTo>
                <a:lnTo>
                  <a:pt x="2177" y="3010"/>
                </a:lnTo>
                <a:lnTo>
                  <a:pt x="2241" y="2993"/>
                </a:lnTo>
                <a:lnTo>
                  <a:pt x="2306" y="2979"/>
                </a:lnTo>
                <a:lnTo>
                  <a:pt x="2371" y="2965"/>
                </a:lnTo>
                <a:lnTo>
                  <a:pt x="2437" y="2953"/>
                </a:lnTo>
                <a:lnTo>
                  <a:pt x="2503" y="2943"/>
                </a:lnTo>
                <a:lnTo>
                  <a:pt x="2569" y="2933"/>
                </a:lnTo>
                <a:lnTo>
                  <a:pt x="2637" y="2925"/>
                </a:lnTo>
                <a:lnTo>
                  <a:pt x="2637" y="2320"/>
                </a:lnTo>
                <a:lnTo>
                  <a:pt x="3485" y="2320"/>
                </a:lnTo>
                <a:lnTo>
                  <a:pt x="3485" y="2954"/>
                </a:lnTo>
                <a:lnTo>
                  <a:pt x="3553" y="2966"/>
                </a:lnTo>
                <a:lnTo>
                  <a:pt x="3622" y="2980"/>
                </a:lnTo>
                <a:lnTo>
                  <a:pt x="3691" y="2994"/>
                </a:lnTo>
                <a:lnTo>
                  <a:pt x="3762" y="3011"/>
                </a:lnTo>
                <a:lnTo>
                  <a:pt x="3833" y="3029"/>
                </a:lnTo>
                <a:lnTo>
                  <a:pt x="3904" y="3048"/>
                </a:lnTo>
                <a:lnTo>
                  <a:pt x="3976" y="3068"/>
                </a:lnTo>
                <a:lnTo>
                  <a:pt x="4048" y="3090"/>
                </a:lnTo>
                <a:lnTo>
                  <a:pt x="4296" y="3167"/>
                </a:lnTo>
                <a:lnTo>
                  <a:pt x="4295" y="3365"/>
                </a:lnTo>
                <a:lnTo>
                  <a:pt x="4351" y="3322"/>
                </a:lnTo>
                <a:lnTo>
                  <a:pt x="4407" y="3275"/>
                </a:lnTo>
                <a:lnTo>
                  <a:pt x="4464" y="3225"/>
                </a:lnTo>
                <a:lnTo>
                  <a:pt x="4519" y="3172"/>
                </a:lnTo>
                <a:lnTo>
                  <a:pt x="4519" y="227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FA19A15-3427-77B8-D4C0-F9A0825A8D84}"/>
              </a:ext>
            </a:extLst>
          </p:cNvPr>
          <p:cNvSpPr/>
          <p:nvPr/>
        </p:nvSpPr>
        <p:spPr>
          <a:xfrm>
            <a:off x="-949497" y="460051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</a:t>
            </a:r>
            <a:r>
              <a:rPr lang="zh-CN" altLang="en-US" dirty="0">
                <a:solidFill>
                  <a:srgbClr val="014E7A"/>
                </a:solidFill>
              </a:rPr>
              <a:t>学习方法建议与资料分享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1484AF-C279-37CB-0170-949AEAB21932}"/>
              </a:ext>
            </a:extLst>
          </p:cNvPr>
          <p:cNvSpPr txBox="1"/>
          <p:nvPr/>
        </p:nvSpPr>
        <p:spPr>
          <a:xfrm>
            <a:off x="77971" y="1058528"/>
            <a:ext cx="9094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根据调查问卷，针对高数和线性代数，大家普遍认为：</a:t>
            </a:r>
            <a:r>
              <a:rPr lang="zh-CN" altLang="en-US" sz="1600" dirty="0">
                <a:solidFill>
                  <a:srgbClr val="FF0000"/>
                </a:solidFill>
              </a:rPr>
              <a:t>概念抽象，理解困难；课堂节奏快，跟不上；习题训练量不够，方法不对；考前没有重点，很盲目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47FBF5-DDAA-3E1D-5195-1CE79E586F12}"/>
              </a:ext>
            </a:extLst>
          </p:cNvPr>
          <p:cNvSpPr/>
          <p:nvPr/>
        </p:nvSpPr>
        <p:spPr>
          <a:xfrm>
            <a:off x="3941135" y="1942214"/>
            <a:ext cx="4033284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模糊概念，有的放矢，重点掌握方法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899E79-C489-8726-43C7-58E6CBFF9DFB}"/>
              </a:ext>
            </a:extLst>
          </p:cNvPr>
          <p:cNvSpPr/>
          <p:nvPr/>
        </p:nvSpPr>
        <p:spPr>
          <a:xfrm>
            <a:off x="3324448" y="2293041"/>
            <a:ext cx="5734492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学时缩短，课上记录重点内容，课下及时跟进与巩固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7BEDBD0-9ED4-FFE3-4784-1C6C43B520C6}"/>
              </a:ext>
            </a:extLst>
          </p:cNvPr>
          <p:cNvSpPr/>
          <p:nvPr/>
        </p:nvSpPr>
        <p:spPr>
          <a:xfrm>
            <a:off x="3697738" y="2650101"/>
            <a:ext cx="4919331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以教材课后习题为主，理解概念，总结方法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B25EA7F-2415-44C3-783B-56C9754F3FFB}"/>
              </a:ext>
            </a:extLst>
          </p:cNvPr>
          <p:cNvSpPr/>
          <p:nvPr/>
        </p:nvSpPr>
        <p:spPr>
          <a:xfrm>
            <a:off x="3697737" y="3007161"/>
            <a:ext cx="4919331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不要过于纠结一道题，退一步海阔天空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653AE6-D277-026D-0A39-9ADDB5D301F4}"/>
              </a:ext>
            </a:extLst>
          </p:cNvPr>
          <p:cNvSpPr/>
          <p:nvPr/>
        </p:nvSpPr>
        <p:spPr>
          <a:xfrm>
            <a:off x="3697736" y="3364221"/>
            <a:ext cx="4919331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复习以教材、作业、往年考题，</a:t>
            </a:r>
            <a:r>
              <a:rPr lang="en-US" altLang="zh-CN" dirty="0">
                <a:solidFill>
                  <a:schemeClr val="tx1"/>
                </a:solidFill>
              </a:rPr>
              <a:t>PPT</a:t>
            </a:r>
            <a:r>
              <a:rPr lang="zh-CN" altLang="en-US" dirty="0">
                <a:solidFill>
                  <a:schemeClr val="tx1"/>
                </a:solidFill>
              </a:rPr>
              <a:t>为主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90E062-5E6A-B995-3728-E1AD2A715F31}"/>
              </a:ext>
            </a:extLst>
          </p:cNvPr>
          <p:cNvSpPr txBox="1"/>
          <p:nvPr/>
        </p:nvSpPr>
        <p:spPr>
          <a:xfrm>
            <a:off x="77972" y="1588625"/>
            <a:ext cx="8867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工图：</a:t>
            </a:r>
            <a:r>
              <a:rPr lang="zh-CN" altLang="en-US" sz="1600" dirty="0">
                <a:solidFill>
                  <a:srgbClr val="FF0000"/>
                </a:solidFill>
              </a:rPr>
              <a:t>空间想象困难；忘记细节，马虎大意；画图速度不够；</a:t>
            </a:r>
            <a:r>
              <a:rPr lang="en-US" altLang="zh-CN" sz="1600" dirty="0">
                <a:solidFill>
                  <a:srgbClr val="FF0000"/>
                </a:solidFill>
              </a:rPr>
              <a:t>AutoCAD</a:t>
            </a:r>
            <a:r>
              <a:rPr lang="zh-CN" altLang="en-US" sz="1600" dirty="0">
                <a:solidFill>
                  <a:srgbClr val="FF0000"/>
                </a:solidFill>
              </a:rPr>
              <a:t>掌握不清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9D299C5-89BE-26A3-D716-546D67BB0504}"/>
              </a:ext>
            </a:extLst>
          </p:cNvPr>
          <p:cNvSpPr/>
          <p:nvPr/>
        </p:nvSpPr>
        <p:spPr>
          <a:xfrm>
            <a:off x="3571891" y="4035577"/>
            <a:ext cx="5547299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多看教材例题示意图，典型例子记住，</a:t>
            </a:r>
            <a:r>
              <a:rPr lang="en-US" altLang="zh-CN" dirty="0">
                <a:solidFill>
                  <a:schemeClr val="tx1"/>
                </a:solidFill>
              </a:rPr>
              <a:t>MOOC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站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8AAD317-CC81-B243-498D-19F0011A57EB}"/>
              </a:ext>
            </a:extLst>
          </p:cNvPr>
          <p:cNvSpPr/>
          <p:nvPr/>
        </p:nvSpPr>
        <p:spPr>
          <a:xfrm>
            <a:off x="3571891" y="4461936"/>
            <a:ext cx="5547299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教材重点勾画，作好批注、笔记，定时查看回顾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4AC17AD-8170-26F6-9943-55396B70D826}"/>
              </a:ext>
            </a:extLst>
          </p:cNvPr>
          <p:cNvSpPr/>
          <p:nvPr/>
        </p:nvSpPr>
        <p:spPr>
          <a:xfrm>
            <a:off x="3568348" y="4888295"/>
            <a:ext cx="5547299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典型题目记住，下笔迅速，不用刻意多画，脑中有图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6888237-830A-332E-B08B-AE112AF76FCF}"/>
              </a:ext>
            </a:extLst>
          </p:cNvPr>
          <p:cNvSpPr/>
          <p:nvPr/>
        </p:nvSpPr>
        <p:spPr>
          <a:xfrm>
            <a:off x="3568347" y="5314654"/>
            <a:ext cx="5547299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AutoCAD</a:t>
            </a:r>
            <a:r>
              <a:rPr lang="zh-CN" altLang="en-US" dirty="0">
                <a:solidFill>
                  <a:schemeClr val="tx1"/>
                </a:solidFill>
              </a:rPr>
              <a:t>尽量跟上老师步伐，或者自行找网课资料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7E30402-ACA2-26A3-1D24-51298EBC1D8D}"/>
              </a:ext>
            </a:extLst>
          </p:cNvPr>
          <p:cNvSpPr txBox="1"/>
          <p:nvPr/>
        </p:nvSpPr>
        <p:spPr>
          <a:xfrm>
            <a:off x="77972" y="5196072"/>
            <a:ext cx="3454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学习资料获取：</a:t>
            </a:r>
            <a:r>
              <a:rPr lang="zh-CN" altLang="en-US" sz="1400" dirty="0">
                <a:solidFill>
                  <a:srgbClr val="FF0000"/>
                </a:solidFill>
              </a:rPr>
              <a:t>梧桐</a:t>
            </a:r>
            <a:r>
              <a:rPr lang="en-US" altLang="zh-CN" sz="1400" dirty="0">
                <a:solidFill>
                  <a:srgbClr val="FF0000"/>
                </a:solidFill>
              </a:rPr>
              <a:t>JOJO(3142772450)</a:t>
            </a:r>
          </a:p>
          <a:p>
            <a:r>
              <a:rPr lang="zh-CN" altLang="en-US" sz="1400" dirty="0"/>
              <a:t>彭小帮</a:t>
            </a:r>
            <a:r>
              <a:rPr lang="en-US" altLang="zh-CN" sz="1400" dirty="0"/>
              <a:t>3.2</a:t>
            </a:r>
            <a:r>
              <a:rPr lang="zh-CN" altLang="en-US" sz="1400" dirty="0"/>
              <a:t>（</a:t>
            </a:r>
            <a:r>
              <a:rPr lang="en-US" altLang="zh-CN" sz="1400" dirty="0"/>
              <a:t>23</a:t>
            </a:r>
            <a:r>
              <a:rPr lang="zh-CN" altLang="en-US" sz="1400" dirty="0"/>
              <a:t>级全校群）：</a:t>
            </a:r>
            <a:r>
              <a:rPr lang="en-US" altLang="zh-CN" sz="1400" dirty="0">
                <a:solidFill>
                  <a:srgbClr val="FF0000"/>
                </a:solidFill>
              </a:rPr>
              <a:t>780672032</a:t>
            </a:r>
          </a:p>
          <a:p>
            <a:r>
              <a:rPr lang="zh-CN" altLang="en-US" sz="1400" dirty="0"/>
              <a:t>南知辅</a:t>
            </a:r>
            <a:r>
              <a:rPr lang="en-US" altLang="zh-CN" sz="1400" dirty="0"/>
              <a:t>1.1: </a:t>
            </a:r>
            <a:r>
              <a:rPr lang="en-US" altLang="zh-CN" sz="1400" dirty="0">
                <a:solidFill>
                  <a:srgbClr val="FF0000"/>
                </a:solidFill>
              </a:rPr>
              <a:t>926125985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F1389DB-09EE-0E24-E9FA-04A2F9D65CEB}"/>
              </a:ext>
            </a:extLst>
          </p:cNvPr>
          <p:cNvSpPr txBox="1"/>
          <p:nvPr/>
        </p:nvSpPr>
        <p:spPr>
          <a:xfrm>
            <a:off x="77971" y="6060558"/>
            <a:ext cx="9307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     如果你认为你不适应老师的讲课风格，大胆地不听，自己找网上资源自学，要保证效率和质量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B592E89-BE07-A334-8AD8-DB3048131F5B}"/>
              </a:ext>
            </a:extLst>
          </p:cNvPr>
          <p:cNvSpPr/>
          <p:nvPr/>
        </p:nvSpPr>
        <p:spPr>
          <a:xfrm>
            <a:off x="3568347" y="5708312"/>
            <a:ext cx="5547299" cy="3077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多向老师和同学求助，建立一个学习小组</a:t>
            </a:r>
          </a:p>
        </p:txBody>
      </p:sp>
    </p:spTree>
    <p:extLst>
      <p:ext uri="{BB962C8B-B14F-4D97-AF65-F5344CB8AC3E}">
        <p14:creationId xmlns:p14="http://schemas.microsoft.com/office/powerpoint/2010/main" val="7660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7" grpId="0" animBg="1"/>
      <p:bldP spid="18" grpId="0" animBg="1"/>
      <p:bldP spid="25" grpId="0" animBg="1"/>
      <p:bldP spid="31" grpId="0"/>
      <p:bldP spid="32" grpId="0" animBg="1"/>
      <p:bldP spid="33" grpId="0" animBg="1"/>
      <p:bldP spid="34" grpId="0" animBg="1"/>
      <p:bldP spid="35" grpId="0" animBg="1"/>
      <p:bldP spid="37" grpId="0"/>
      <p:bldP spid="38" grpId="0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CF85840-049B-ECBD-FA4C-621D6BED6C56}"/>
              </a:ext>
            </a:extLst>
          </p:cNvPr>
          <p:cNvSpPr/>
          <p:nvPr/>
        </p:nvSpPr>
        <p:spPr>
          <a:xfrm>
            <a:off x="-1376414" y="469514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       </a:t>
            </a:r>
            <a:r>
              <a:rPr lang="zh-CN" altLang="en-US" dirty="0">
                <a:solidFill>
                  <a:srgbClr val="014E7A"/>
                </a:solidFill>
              </a:rPr>
              <a:t>科研与竞赛信息指导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9C728A-018F-3037-82E2-5482F1350B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" y="1708296"/>
            <a:ext cx="2798488" cy="48165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A9D027-9393-7029-21F4-8EAC7F271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53" y="753041"/>
            <a:ext cx="3436753" cy="24531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6835A8-106C-9F8E-DFA4-998CEDBDAB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957" y="3097619"/>
            <a:ext cx="2302414" cy="3505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1D944A5-6B83-21E3-ADFA-286491A18E20}"/>
              </a:ext>
            </a:extLst>
          </p:cNvPr>
          <p:cNvSpPr txBox="1"/>
          <p:nvPr/>
        </p:nvSpPr>
        <p:spPr>
          <a:xfrm>
            <a:off x="65214" y="1169581"/>
            <a:ext cx="295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典型招募案例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8122794-B0E3-44D9-2904-06BF2026D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110" y="3428999"/>
            <a:ext cx="2302415" cy="309584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F1C3A32-C3CB-3CC8-BAFC-961C71D6C9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11" y="425480"/>
            <a:ext cx="2388011" cy="310825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036B4A1-8C83-950A-4AC7-F3F87B4CB505}"/>
              </a:ext>
            </a:extLst>
          </p:cNvPr>
          <p:cNvSpPr txBox="1"/>
          <p:nvPr/>
        </p:nvSpPr>
        <p:spPr>
          <a:xfrm>
            <a:off x="5872908" y="3808682"/>
            <a:ext cx="461665" cy="31733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自我推荐型</a:t>
            </a:r>
          </a:p>
        </p:txBody>
      </p:sp>
    </p:spTree>
    <p:extLst>
      <p:ext uri="{BB962C8B-B14F-4D97-AF65-F5344CB8AC3E}">
        <p14:creationId xmlns:p14="http://schemas.microsoft.com/office/powerpoint/2010/main" val="78660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0" y="3152646"/>
            <a:ext cx="9144000" cy="341511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sym typeface="Calibri" panose="020F0502020204030204" pitchFamily="34" charset="0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-442307" y="3186489"/>
            <a:ext cx="4323511" cy="3160526"/>
            <a:chOff x="312597" y="2737452"/>
            <a:chExt cx="3848040" cy="2740208"/>
          </a:xfrm>
        </p:grpSpPr>
        <p:grpSp>
          <p:nvGrpSpPr>
            <p:cNvPr id="96" name="组合 95"/>
            <p:cNvGrpSpPr/>
            <p:nvPr/>
          </p:nvGrpSpPr>
          <p:grpSpPr>
            <a:xfrm>
              <a:off x="2127303" y="3677114"/>
              <a:ext cx="1059636" cy="993332"/>
              <a:chOff x="299948" y="3932001"/>
              <a:chExt cx="1059636" cy="993332"/>
            </a:xfrm>
          </p:grpSpPr>
          <p:sp>
            <p:nvSpPr>
              <p:cNvPr id="35" name="直角三角形 34"/>
              <p:cNvSpPr/>
              <p:nvPr/>
            </p:nvSpPr>
            <p:spPr bwMode="auto">
              <a:xfrm>
                <a:off x="654266" y="3960361"/>
                <a:ext cx="705318" cy="930499"/>
              </a:xfrm>
              <a:prstGeom prst="rtTriangle">
                <a:avLst/>
              </a:prstGeom>
              <a:solidFill>
                <a:schemeClr val="tx1">
                  <a:lumMod val="95000"/>
                  <a:lumOff val="5000"/>
                  <a:alpha val="41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Calibri" panose="020F0502020204030204" pitchFamily="34" charset="0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299948" y="3932001"/>
                <a:ext cx="704072" cy="993332"/>
                <a:chOff x="3910490" y="5492886"/>
                <a:chExt cx="1184518" cy="1226622"/>
              </a:xfrm>
            </p:grpSpPr>
            <p:grpSp>
              <p:nvGrpSpPr>
                <p:cNvPr id="56" name="组合 55"/>
                <p:cNvGrpSpPr/>
                <p:nvPr/>
              </p:nvGrpSpPr>
              <p:grpSpPr>
                <a:xfrm>
                  <a:off x="3910490" y="5499285"/>
                  <a:ext cx="1184518" cy="1220223"/>
                  <a:chOff x="3910490" y="5169765"/>
                  <a:chExt cx="1184518" cy="1220223"/>
                </a:xfrm>
              </p:grpSpPr>
              <p:sp>
                <p:nvSpPr>
                  <p:cNvPr id="58" name="等腰三角形 54"/>
                  <p:cNvSpPr/>
                  <p:nvPr/>
                </p:nvSpPr>
                <p:spPr bwMode="auto">
                  <a:xfrm>
                    <a:off x="4217936" y="5169765"/>
                    <a:ext cx="877072" cy="1220223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058305"/>
                      <a:gd name="connsiteY0" fmla="*/ 1211985 h 1220223"/>
                      <a:gd name="connsiteX1" fmla="*/ 471488 w 1058305"/>
                      <a:gd name="connsiteY1" fmla="*/ 0 h 1220223"/>
                      <a:gd name="connsiteX2" fmla="*/ 1058305 w 1058305"/>
                      <a:gd name="connsiteY2" fmla="*/ 1220223 h 1220223"/>
                      <a:gd name="connsiteX3" fmla="*/ 0 w 1058305"/>
                      <a:gd name="connsiteY3" fmla="*/ 1211985 h 1220223"/>
                      <a:gd name="connsiteX0" fmla="*/ 0 w 877072"/>
                      <a:gd name="connsiteY0" fmla="*/ 1211985 h 1220223"/>
                      <a:gd name="connsiteX1" fmla="*/ 290255 w 877072"/>
                      <a:gd name="connsiteY1" fmla="*/ 0 h 1220223"/>
                      <a:gd name="connsiteX2" fmla="*/ 877072 w 877072"/>
                      <a:gd name="connsiteY2" fmla="*/ 1220223 h 1220223"/>
                      <a:gd name="connsiteX3" fmla="*/ 0 w 877072"/>
                      <a:gd name="connsiteY3" fmla="*/ 1211985 h 122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77072" h="1220223">
                        <a:moveTo>
                          <a:pt x="0" y="1211985"/>
                        </a:moveTo>
                        <a:lnTo>
                          <a:pt x="290255" y="0"/>
                        </a:lnTo>
                        <a:lnTo>
                          <a:pt x="877072" y="1220223"/>
                        </a:lnTo>
                        <a:lnTo>
                          <a:pt x="0" y="1211985"/>
                        </a:lnTo>
                        <a:close/>
                      </a:path>
                    </a:pathLst>
                  </a:custGeom>
                  <a:solidFill>
                    <a:srgbClr val="33973D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59" name="等腰三角形 55"/>
                  <p:cNvSpPr/>
                  <p:nvPr/>
                </p:nvSpPr>
                <p:spPr bwMode="auto">
                  <a:xfrm>
                    <a:off x="3910490" y="5171603"/>
                    <a:ext cx="598494" cy="1210147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400878"/>
                      <a:gd name="connsiteY0" fmla="*/ 1167015 h 1167015"/>
                      <a:gd name="connsiteX1" fmla="*/ 1400878 w 1400878"/>
                      <a:gd name="connsiteY1" fmla="*/ 0 h 1167015"/>
                      <a:gd name="connsiteX2" fmla="*/ 942975 w 1400878"/>
                      <a:gd name="connsiteY2" fmla="*/ 1167015 h 1167015"/>
                      <a:gd name="connsiteX3" fmla="*/ 0 w 1400878"/>
                      <a:gd name="connsiteY3" fmla="*/ 1167015 h 1167015"/>
                      <a:gd name="connsiteX0" fmla="*/ 0 w 831252"/>
                      <a:gd name="connsiteY0" fmla="*/ 1196996 h 1196996"/>
                      <a:gd name="connsiteX1" fmla="*/ 831252 w 831252"/>
                      <a:gd name="connsiteY1" fmla="*/ 0 h 1196996"/>
                      <a:gd name="connsiteX2" fmla="*/ 373349 w 831252"/>
                      <a:gd name="connsiteY2" fmla="*/ 1167015 h 1196996"/>
                      <a:gd name="connsiteX3" fmla="*/ 0 w 831252"/>
                      <a:gd name="connsiteY3" fmla="*/ 1196996 h 1196996"/>
                      <a:gd name="connsiteX0" fmla="*/ 0 w 845629"/>
                      <a:gd name="connsiteY0" fmla="*/ 1240128 h 1240128"/>
                      <a:gd name="connsiteX1" fmla="*/ 845629 w 845629"/>
                      <a:gd name="connsiteY1" fmla="*/ 0 h 1240128"/>
                      <a:gd name="connsiteX2" fmla="*/ 373349 w 845629"/>
                      <a:gd name="connsiteY2" fmla="*/ 1210147 h 1240128"/>
                      <a:gd name="connsiteX3" fmla="*/ 0 w 845629"/>
                      <a:gd name="connsiteY3" fmla="*/ 1240128 h 1240128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373349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571057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598494"/>
                      <a:gd name="connsiteY0" fmla="*/ 1208498 h 1210147"/>
                      <a:gd name="connsiteX1" fmla="*/ 598494 w 598494"/>
                      <a:gd name="connsiteY1" fmla="*/ 0 h 1210147"/>
                      <a:gd name="connsiteX2" fmla="*/ 323922 w 598494"/>
                      <a:gd name="connsiteY2" fmla="*/ 1210147 h 1210147"/>
                      <a:gd name="connsiteX3" fmla="*/ 0 w 598494"/>
                      <a:gd name="connsiteY3" fmla="*/ 1208498 h 1210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8494" h="1210147">
                        <a:moveTo>
                          <a:pt x="0" y="1208498"/>
                        </a:moveTo>
                        <a:lnTo>
                          <a:pt x="598494" y="0"/>
                        </a:lnTo>
                        <a:lnTo>
                          <a:pt x="323922" y="1210147"/>
                        </a:lnTo>
                        <a:lnTo>
                          <a:pt x="0" y="1208498"/>
                        </a:lnTo>
                        <a:close/>
                      </a:path>
                    </a:pathLst>
                  </a:custGeom>
                  <a:solidFill>
                    <a:srgbClr val="1F5B25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7" name="任意多边形 56"/>
                <p:cNvSpPr/>
                <p:nvPr/>
              </p:nvSpPr>
              <p:spPr bwMode="auto">
                <a:xfrm>
                  <a:off x="4249568" y="5492886"/>
                  <a:ext cx="508927" cy="613310"/>
                </a:xfrm>
                <a:custGeom>
                  <a:avLst/>
                  <a:gdLst>
                    <a:gd name="connsiteX0" fmla="*/ 255374 w 508927"/>
                    <a:gd name="connsiteY0" fmla="*/ 0 h 613310"/>
                    <a:gd name="connsiteX1" fmla="*/ 508927 w 508927"/>
                    <a:gd name="connsiteY1" fmla="*/ 528980 h 613310"/>
                    <a:gd name="connsiteX2" fmla="*/ 268882 w 508927"/>
                    <a:gd name="connsiteY2" fmla="*/ 449114 h 613310"/>
                    <a:gd name="connsiteX3" fmla="*/ 227045 w 508927"/>
                    <a:gd name="connsiteY3" fmla="*/ 613310 h 613310"/>
                    <a:gd name="connsiteX4" fmla="*/ 188761 w 508927"/>
                    <a:gd name="connsiteY4" fmla="*/ 463055 h 613310"/>
                    <a:gd name="connsiteX5" fmla="*/ 0 w 508927"/>
                    <a:gd name="connsiteY5" fmla="*/ 528980 h 613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08927" h="613310">
                      <a:moveTo>
                        <a:pt x="255374" y="0"/>
                      </a:moveTo>
                      <a:lnTo>
                        <a:pt x="508927" y="528980"/>
                      </a:lnTo>
                      <a:lnTo>
                        <a:pt x="268882" y="449114"/>
                      </a:lnTo>
                      <a:lnTo>
                        <a:pt x="227045" y="613310"/>
                      </a:lnTo>
                      <a:lnTo>
                        <a:pt x="188761" y="463055"/>
                      </a:lnTo>
                      <a:lnTo>
                        <a:pt x="0" y="528980"/>
                      </a:lnTo>
                      <a:close/>
                    </a:path>
                  </a:pathLst>
                </a:custGeom>
                <a:solidFill>
                  <a:srgbClr val="FFFEFE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97" name="直角三角形 96"/>
            <p:cNvSpPr/>
            <p:nvPr/>
          </p:nvSpPr>
          <p:spPr bwMode="auto">
            <a:xfrm>
              <a:off x="2924876" y="3769308"/>
              <a:ext cx="1235761" cy="1508029"/>
            </a:xfrm>
            <a:prstGeom prst="rtTriangle">
              <a:avLst/>
            </a:prstGeom>
            <a:solidFill>
              <a:schemeClr val="tx1">
                <a:lumMod val="95000"/>
                <a:lumOff val="5000"/>
                <a:alpha val="41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sym typeface="Calibri" panose="020F0502020204030204" pitchFamily="34" charset="0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366568" y="3750010"/>
              <a:ext cx="1042065" cy="1537654"/>
              <a:chOff x="3910490" y="5492886"/>
              <a:chExt cx="1184521" cy="1226622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3910490" y="5499285"/>
                <a:ext cx="1184521" cy="1220223"/>
                <a:chOff x="3910490" y="5169765"/>
                <a:chExt cx="1184521" cy="1220223"/>
              </a:xfrm>
            </p:grpSpPr>
            <p:sp>
              <p:nvSpPr>
                <p:cNvPr id="92" name="等腰三角形 54"/>
                <p:cNvSpPr/>
                <p:nvPr/>
              </p:nvSpPr>
              <p:spPr bwMode="auto">
                <a:xfrm>
                  <a:off x="4217938" y="5169765"/>
                  <a:ext cx="877073" cy="1220223"/>
                </a:xfrm>
                <a:custGeom>
                  <a:avLst/>
                  <a:gdLst>
                    <a:gd name="connsiteX0" fmla="*/ 0 w 942975"/>
                    <a:gd name="connsiteY0" fmla="*/ 1211985 h 1211985"/>
                    <a:gd name="connsiteX1" fmla="*/ 471488 w 942975"/>
                    <a:gd name="connsiteY1" fmla="*/ 0 h 1211985"/>
                    <a:gd name="connsiteX2" fmla="*/ 942975 w 942975"/>
                    <a:gd name="connsiteY2" fmla="*/ 1211985 h 1211985"/>
                    <a:gd name="connsiteX3" fmla="*/ 0 w 942975"/>
                    <a:gd name="connsiteY3" fmla="*/ 1211985 h 1211985"/>
                    <a:gd name="connsiteX0" fmla="*/ 0 w 1058305"/>
                    <a:gd name="connsiteY0" fmla="*/ 1211985 h 1220223"/>
                    <a:gd name="connsiteX1" fmla="*/ 471488 w 1058305"/>
                    <a:gd name="connsiteY1" fmla="*/ 0 h 1220223"/>
                    <a:gd name="connsiteX2" fmla="*/ 1058305 w 1058305"/>
                    <a:gd name="connsiteY2" fmla="*/ 1220223 h 1220223"/>
                    <a:gd name="connsiteX3" fmla="*/ 0 w 1058305"/>
                    <a:gd name="connsiteY3" fmla="*/ 1211985 h 1220223"/>
                    <a:gd name="connsiteX0" fmla="*/ 0 w 877072"/>
                    <a:gd name="connsiteY0" fmla="*/ 1211985 h 1220223"/>
                    <a:gd name="connsiteX1" fmla="*/ 290255 w 877072"/>
                    <a:gd name="connsiteY1" fmla="*/ 0 h 1220223"/>
                    <a:gd name="connsiteX2" fmla="*/ 877072 w 877072"/>
                    <a:gd name="connsiteY2" fmla="*/ 1220223 h 1220223"/>
                    <a:gd name="connsiteX3" fmla="*/ 0 w 877072"/>
                    <a:gd name="connsiteY3" fmla="*/ 1211985 h 1220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77072" h="1220223">
                      <a:moveTo>
                        <a:pt x="0" y="1211985"/>
                      </a:moveTo>
                      <a:lnTo>
                        <a:pt x="290255" y="0"/>
                      </a:lnTo>
                      <a:lnTo>
                        <a:pt x="877072" y="1220223"/>
                      </a:lnTo>
                      <a:lnTo>
                        <a:pt x="0" y="1211985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93" name="等腰三角形 55"/>
                <p:cNvSpPr/>
                <p:nvPr/>
              </p:nvSpPr>
              <p:spPr bwMode="auto">
                <a:xfrm>
                  <a:off x="3910490" y="5171603"/>
                  <a:ext cx="598494" cy="1210147"/>
                </a:xfrm>
                <a:custGeom>
                  <a:avLst/>
                  <a:gdLst>
                    <a:gd name="connsiteX0" fmla="*/ 0 w 942975"/>
                    <a:gd name="connsiteY0" fmla="*/ 1211985 h 1211985"/>
                    <a:gd name="connsiteX1" fmla="*/ 471488 w 942975"/>
                    <a:gd name="connsiteY1" fmla="*/ 0 h 1211985"/>
                    <a:gd name="connsiteX2" fmla="*/ 942975 w 942975"/>
                    <a:gd name="connsiteY2" fmla="*/ 1211985 h 1211985"/>
                    <a:gd name="connsiteX3" fmla="*/ 0 w 942975"/>
                    <a:gd name="connsiteY3" fmla="*/ 1211985 h 1211985"/>
                    <a:gd name="connsiteX0" fmla="*/ 0 w 1400878"/>
                    <a:gd name="connsiteY0" fmla="*/ 1167015 h 1167015"/>
                    <a:gd name="connsiteX1" fmla="*/ 1400878 w 1400878"/>
                    <a:gd name="connsiteY1" fmla="*/ 0 h 1167015"/>
                    <a:gd name="connsiteX2" fmla="*/ 942975 w 1400878"/>
                    <a:gd name="connsiteY2" fmla="*/ 1167015 h 1167015"/>
                    <a:gd name="connsiteX3" fmla="*/ 0 w 1400878"/>
                    <a:gd name="connsiteY3" fmla="*/ 1167015 h 1167015"/>
                    <a:gd name="connsiteX0" fmla="*/ 0 w 831252"/>
                    <a:gd name="connsiteY0" fmla="*/ 1196996 h 1196996"/>
                    <a:gd name="connsiteX1" fmla="*/ 831252 w 831252"/>
                    <a:gd name="connsiteY1" fmla="*/ 0 h 1196996"/>
                    <a:gd name="connsiteX2" fmla="*/ 373349 w 831252"/>
                    <a:gd name="connsiteY2" fmla="*/ 1167015 h 1196996"/>
                    <a:gd name="connsiteX3" fmla="*/ 0 w 831252"/>
                    <a:gd name="connsiteY3" fmla="*/ 1196996 h 1196996"/>
                    <a:gd name="connsiteX0" fmla="*/ 0 w 845629"/>
                    <a:gd name="connsiteY0" fmla="*/ 1240128 h 1240128"/>
                    <a:gd name="connsiteX1" fmla="*/ 845629 w 845629"/>
                    <a:gd name="connsiteY1" fmla="*/ 0 h 1240128"/>
                    <a:gd name="connsiteX2" fmla="*/ 373349 w 845629"/>
                    <a:gd name="connsiteY2" fmla="*/ 1210147 h 1240128"/>
                    <a:gd name="connsiteX3" fmla="*/ 0 w 845629"/>
                    <a:gd name="connsiteY3" fmla="*/ 1240128 h 1240128"/>
                    <a:gd name="connsiteX0" fmla="*/ 0 w 845629"/>
                    <a:gd name="connsiteY0" fmla="*/ 1208498 h 1210147"/>
                    <a:gd name="connsiteX1" fmla="*/ 845629 w 845629"/>
                    <a:gd name="connsiteY1" fmla="*/ 0 h 1210147"/>
                    <a:gd name="connsiteX2" fmla="*/ 373349 w 845629"/>
                    <a:gd name="connsiteY2" fmla="*/ 1210147 h 1210147"/>
                    <a:gd name="connsiteX3" fmla="*/ 0 w 845629"/>
                    <a:gd name="connsiteY3" fmla="*/ 1208498 h 1210147"/>
                    <a:gd name="connsiteX0" fmla="*/ 0 w 845629"/>
                    <a:gd name="connsiteY0" fmla="*/ 1208498 h 1210147"/>
                    <a:gd name="connsiteX1" fmla="*/ 845629 w 845629"/>
                    <a:gd name="connsiteY1" fmla="*/ 0 h 1210147"/>
                    <a:gd name="connsiteX2" fmla="*/ 571057 w 845629"/>
                    <a:gd name="connsiteY2" fmla="*/ 1210147 h 1210147"/>
                    <a:gd name="connsiteX3" fmla="*/ 0 w 845629"/>
                    <a:gd name="connsiteY3" fmla="*/ 1208498 h 1210147"/>
                    <a:gd name="connsiteX0" fmla="*/ 0 w 598494"/>
                    <a:gd name="connsiteY0" fmla="*/ 1208498 h 1210147"/>
                    <a:gd name="connsiteX1" fmla="*/ 598494 w 598494"/>
                    <a:gd name="connsiteY1" fmla="*/ 0 h 1210147"/>
                    <a:gd name="connsiteX2" fmla="*/ 323922 w 598494"/>
                    <a:gd name="connsiteY2" fmla="*/ 1210147 h 1210147"/>
                    <a:gd name="connsiteX3" fmla="*/ 0 w 598494"/>
                    <a:gd name="connsiteY3" fmla="*/ 1208498 h 1210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8494" h="1210147">
                      <a:moveTo>
                        <a:pt x="0" y="1208498"/>
                      </a:moveTo>
                      <a:lnTo>
                        <a:pt x="598494" y="0"/>
                      </a:lnTo>
                      <a:lnTo>
                        <a:pt x="323922" y="1210147"/>
                      </a:lnTo>
                      <a:lnTo>
                        <a:pt x="0" y="1208498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</p:grpSp>
          <p:sp>
            <p:nvSpPr>
              <p:cNvPr id="91" name="任意多边形 90"/>
              <p:cNvSpPr/>
              <p:nvPr/>
            </p:nvSpPr>
            <p:spPr bwMode="auto">
              <a:xfrm>
                <a:off x="4249568" y="5492886"/>
                <a:ext cx="508927" cy="613310"/>
              </a:xfrm>
              <a:custGeom>
                <a:avLst/>
                <a:gdLst>
                  <a:gd name="connsiteX0" fmla="*/ 255374 w 508927"/>
                  <a:gd name="connsiteY0" fmla="*/ 0 h 613310"/>
                  <a:gd name="connsiteX1" fmla="*/ 508927 w 508927"/>
                  <a:gd name="connsiteY1" fmla="*/ 528980 h 613310"/>
                  <a:gd name="connsiteX2" fmla="*/ 268882 w 508927"/>
                  <a:gd name="connsiteY2" fmla="*/ 449114 h 613310"/>
                  <a:gd name="connsiteX3" fmla="*/ 227045 w 508927"/>
                  <a:gd name="connsiteY3" fmla="*/ 613310 h 613310"/>
                  <a:gd name="connsiteX4" fmla="*/ 188761 w 508927"/>
                  <a:gd name="connsiteY4" fmla="*/ 463055 h 613310"/>
                  <a:gd name="connsiteX5" fmla="*/ 0 w 508927"/>
                  <a:gd name="connsiteY5" fmla="*/ 528980 h 613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8927" h="613310">
                    <a:moveTo>
                      <a:pt x="255374" y="0"/>
                    </a:moveTo>
                    <a:lnTo>
                      <a:pt x="508927" y="528980"/>
                    </a:lnTo>
                    <a:lnTo>
                      <a:pt x="268882" y="449114"/>
                    </a:lnTo>
                    <a:lnTo>
                      <a:pt x="227045" y="613310"/>
                    </a:lnTo>
                    <a:lnTo>
                      <a:pt x="188761" y="463055"/>
                    </a:lnTo>
                    <a:lnTo>
                      <a:pt x="0" y="528980"/>
                    </a:lnTo>
                    <a:close/>
                  </a:path>
                </a:pathLst>
              </a:custGeom>
              <a:solidFill>
                <a:srgbClr val="FFFEFE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Calibri" panose="020F0502020204030204" pitchFamily="34" charset="0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312597" y="3657643"/>
              <a:ext cx="1572439" cy="1816021"/>
              <a:chOff x="3280617" y="3726588"/>
              <a:chExt cx="1527842" cy="1417233"/>
            </a:xfrm>
          </p:grpSpPr>
          <p:sp>
            <p:nvSpPr>
              <p:cNvPr id="60" name="直角三角形 59"/>
              <p:cNvSpPr/>
              <p:nvPr/>
            </p:nvSpPr>
            <p:spPr bwMode="auto">
              <a:xfrm>
                <a:off x="3853829" y="3733762"/>
                <a:ext cx="954630" cy="1390198"/>
              </a:xfrm>
              <a:prstGeom prst="rtTriangle">
                <a:avLst/>
              </a:prstGeom>
              <a:solidFill>
                <a:schemeClr val="tx1">
                  <a:lumMod val="95000"/>
                  <a:lumOff val="5000"/>
                  <a:alpha val="41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Calibri" panose="020F0502020204030204" pitchFamily="34" charset="0"/>
                </a:endParaRPr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3280617" y="3726588"/>
                <a:ext cx="1144167" cy="1417233"/>
                <a:chOff x="3910490" y="5492886"/>
                <a:chExt cx="1184519" cy="1226619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3910490" y="5499282"/>
                  <a:ext cx="1184519" cy="1220223"/>
                  <a:chOff x="3910490" y="5169762"/>
                  <a:chExt cx="1184519" cy="1220223"/>
                </a:xfrm>
              </p:grpSpPr>
              <p:sp>
                <p:nvSpPr>
                  <p:cNvPr id="64" name="等腰三角形 54"/>
                  <p:cNvSpPr/>
                  <p:nvPr/>
                </p:nvSpPr>
                <p:spPr bwMode="auto">
                  <a:xfrm>
                    <a:off x="4217936" y="5169762"/>
                    <a:ext cx="877073" cy="1220223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058305"/>
                      <a:gd name="connsiteY0" fmla="*/ 1211985 h 1220223"/>
                      <a:gd name="connsiteX1" fmla="*/ 471488 w 1058305"/>
                      <a:gd name="connsiteY1" fmla="*/ 0 h 1220223"/>
                      <a:gd name="connsiteX2" fmla="*/ 1058305 w 1058305"/>
                      <a:gd name="connsiteY2" fmla="*/ 1220223 h 1220223"/>
                      <a:gd name="connsiteX3" fmla="*/ 0 w 1058305"/>
                      <a:gd name="connsiteY3" fmla="*/ 1211985 h 1220223"/>
                      <a:gd name="connsiteX0" fmla="*/ 0 w 877072"/>
                      <a:gd name="connsiteY0" fmla="*/ 1211985 h 1220223"/>
                      <a:gd name="connsiteX1" fmla="*/ 290255 w 877072"/>
                      <a:gd name="connsiteY1" fmla="*/ 0 h 1220223"/>
                      <a:gd name="connsiteX2" fmla="*/ 877072 w 877072"/>
                      <a:gd name="connsiteY2" fmla="*/ 1220223 h 1220223"/>
                      <a:gd name="connsiteX3" fmla="*/ 0 w 877072"/>
                      <a:gd name="connsiteY3" fmla="*/ 1211985 h 122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77072" h="1220223">
                        <a:moveTo>
                          <a:pt x="0" y="1211985"/>
                        </a:moveTo>
                        <a:lnTo>
                          <a:pt x="290255" y="0"/>
                        </a:lnTo>
                        <a:lnTo>
                          <a:pt x="877072" y="1220223"/>
                        </a:lnTo>
                        <a:lnTo>
                          <a:pt x="0" y="1211985"/>
                        </a:lnTo>
                        <a:close/>
                      </a:path>
                    </a:pathLst>
                  </a:cu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65" name="等腰三角形 55"/>
                  <p:cNvSpPr/>
                  <p:nvPr/>
                </p:nvSpPr>
                <p:spPr bwMode="auto">
                  <a:xfrm>
                    <a:off x="3910490" y="5171603"/>
                    <a:ext cx="598494" cy="1210147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400878"/>
                      <a:gd name="connsiteY0" fmla="*/ 1167015 h 1167015"/>
                      <a:gd name="connsiteX1" fmla="*/ 1400878 w 1400878"/>
                      <a:gd name="connsiteY1" fmla="*/ 0 h 1167015"/>
                      <a:gd name="connsiteX2" fmla="*/ 942975 w 1400878"/>
                      <a:gd name="connsiteY2" fmla="*/ 1167015 h 1167015"/>
                      <a:gd name="connsiteX3" fmla="*/ 0 w 1400878"/>
                      <a:gd name="connsiteY3" fmla="*/ 1167015 h 1167015"/>
                      <a:gd name="connsiteX0" fmla="*/ 0 w 831252"/>
                      <a:gd name="connsiteY0" fmla="*/ 1196996 h 1196996"/>
                      <a:gd name="connsiteX1" fmla="*/ 831252 w 831252"/>
                      <a:gd name="connsiteY1" fmla="*/ 0 h 1196996"/>
                      <a:gd name="connsiteX2" fmla="*/ 373349 w 831252"/>
                      <a:gd name="connsiteY2" fmla="*/ 1167015 h 1196996"/>
                      <a:gd name="connsiteX3" fmla="*/ 0 w 831252"/>
                      <a:gd name="connsiteY3" fmla="*/ 1196996 h 1196996"/>
                      <a:gd name="connsiteX0" fmla="*/ 0 w 845629"/>
                      <a:gd name="connsiteY0" fmla="*/ 1240128 h 1240128"/>
                      <a:gd name="connsiteX1" fmla="*/ 845629 w 845629"/>
                      <a:gd name="connsiteY1" fmla="*/ 0 h 1240128"/>
                      <a:gd name="connsiteX2" fmla="*/ 373349 w 845629"/>
                      <a:gd name="connsiteY2" fmla="*/ 1210147 h 1240128"/>
                      <a:gd name="connsiteX3" fmla="*/ 0 w 845629"/>
                      <a:gd name="connsiteY3" fmla="*/ 1240128 h 1240128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373349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571057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598494"/>
                      <a:gd name="connsiteY0" fmla="*/ 1208498 h 1210147"/>
                      <a:gd name="connsiteX1" fmla="*/ 598494 w 598494"/>
                      <a:gd name="connsiteY1" fmla="*/ 0 h 1210147"/>
                      <a:gd name="connsiteX2" fmla="*/ 323922 w 598494"/>
                      <a:gd name="connsiteY2" fmla="*/ 1210147 h 1210147"/>
                      <a:gd name="connsiteX3" fmla="*/ 0 w 598494"/>
                      <a:gd name="connsiteY3" fmla="*/ 1208498 h 1210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8494" h="1210147">
                        <a:moveTo>
                          <a:pt x="0" y="1208498"/>
                        </a:moveTo>
                        <a:lnTo>
                          <a:pt x="598494" y="0"/>
                        </a:lnTo>
                        <a:lnTo>
                          <a:pt x="323922" y="1210147"/>
                        </a:lnTo>
                        <a:lnTo>
                          <a:pt x="0" y="1208498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50000"/>
                    </a:schemeClr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3" name="任意多边形 62"/>
                <p:cNvSpPr/>
                <p:nvPr/>
              </p:nvSpPr>
              <p:spPr bwMode="auto">
                <a:xfrm>
                  <a:off x="4249568" y="5492886"/>
                  <a:ext cx="508927" cy="613310"/>
                </a:xfrm>
                <a:custGeom>
                  <a:avLst/>
                  <a:gdLst>
                    <a:gd name="connsiteX0" fmla="*/ 255374 w 508927"/>
                    <a:gd name="connsiteY0" fmla="*/ 0 h 613310"/>
                    <a:gd name="connsiteX1" fmla="*/ 508927 w 508927"/>
                    <a:gd name="connsiteY1" fmla="*/ 528980 h 613310"/>
                    <a:gd name="connsiteX2" fmla="*/ 268882 w 508927"/>
                    <a:gd name="connsiteY2" fmla="*/ 449114 h 613310"/>
                    <a:gd name="connsiteX3" fmla="*/ 227045 w 508927"/>
                    <a:gd name="connsiteY3" fmla="*/ 613310 h 613310"/>
                    <a:gd name="connsiteX4" fmla="*/ 188761 w 508927"/>
                    <a:gd name="connsiteY4" fmla="*/ 463055 h 613310"/>
                    <a:gd name="connsiteX5" fmla="*/ 0 w 508927"/>
                    <a:gd name="connsiteY5" fmla="*/ 528980 h 613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08927" h="613310">
                      <a:moveTo>
                        <a:pt x="255374" y="0"/>
                      </a:moveTo>
                      <a:lnTo>
                        <a:pt x="508927" y="528980"/>
                      </a:lnTo>
                      <a:lnTo>
                        <a:pt x="268882" y="449114"/>
                      </a:lnTo>
                      <a:lnTo>
                        <a:pt x="227045" y="613310"/>
                      </a:lnTo>
                      <a:lnTo>
                        <a:pt x="188761" y="463055"/>
                      </a:lnTo>
                      <a:lnTo>
                        <a:pt x="0" y="528980"/>
                      </a:lnTo>
                      <a:close/>
                    </a:path>
                  </a:pathLst>
                </a:custGeom>
                <a:solidFill>
                  <a:srgbClr val="FFFEFE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5" name="组合 94"/>
            <p:cNvGrpSpPr/>
            <p:nvPr/>
          </p:nvGrpSpPr>
          <p:grpSpPr>
            <a:xfrm>
              <a:off x="820005" y="2737452"/>
              <a:ext cx="2366933" cy="2740208"/>
              <a:chOff x="769708" y="2891188"/>
              <a:chExt cx="1704420" cy="2114442"/>
            </a:xfrm>
          </p:grpSpPr>
          <p:sp>
            <p:nvSpPr>
              <p:cNvPr id="34" name="直角三角形 33"/>
              <p:cNvSpPr/>
              <p:nvPr/>
            </p:nvSpPr>
            <p:spPr bwMode="auto">
              <a:xfrm>
                <a:off x="1522749" y="3260250"/>
                <a:ext cx="951379" cy="1739732"/>
              </a:xfrm>
              <a:prstGeom prst="rtTriangle">
                <a:avLst/>
              </a:prstGeom>
              <a:solidFill>
                <a:schemeClr val="tx1">
                  <a:lumMod val="95000"/>
                  <a:lumOff val="5000"/>
                  <a:alpha val="41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Calibri" panose="020F0502020204030204" pitchFamily="34" charset="0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769708" y="3230207"/>
                <a:ext cx="1464971" cy="1775423"/>
                <a:chOff x="3874907" y="5495058"/>
                <a:chExt cx="1220101" cy="1224450"/>
              </a:xfrm>
            </p:grpSpPr>
            <p:grpSp>
              <p:nvGrpSpPr>
                <p:cNvPr id="46" name="组合 45"/>
                <p:cNvGrpSpPr/>
                <p:nvPr/>
              </p:nvGrpSpPr>
              <p:grpSpPr>
                <a:xfrm>
                  <a:off x="3874907" y="5499285"/>
                  <a:ext cx="1220101" cy="1220223"/>
                  <a:chOff x="3874907" y="5169765"/>
                  <a:chExt cx="1220101" cy="1220223"/>
                </a:xfrm>
              </p:grpSpPr>
              <p:sp>
                <p:nvSpPr>
                  <p:cNvPr id="48" name="等腰三角形 54"/>
                  <p:cNvSpPr/>
                  <p:nvPr/>
                </p:nvSpPr>
                <p:spPr bwMode="auto">
                  <a:xfrm>
                    <a:off x="4217936" y="5169765"/>
                    <a:ext cx="877072" cy="1220223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058305"/>
                      <a:gd name="connsiteY0" fmla="*/ 1211985 h 1220223"/>
                      <a:gd name="connsiteX1" fmla="*/ 471488 w 1058305"/>
                      <a:gd name="connsiteY1" fmla="*/ 0 h 1220223"/>
                      <a:gd name="connsiteX2" fmla="*/ 1058305 w 1058305"/>
                      <a:gd name="connsiteY2" fmla="*/ 1220223 h 1220223"/>
                      <a:gd name="connsiteX3" fmla="*/ 0 w 1058305"/>
                      <a:gd name="connsiteY3" fmla="*/ 1211985 h 1220223"/>
                      <a:gd name="connsiteX0" fmla="*/ 0 w 877072"/>
                      <a:gd name="connsiteY0" fmla="*/ 1211985 h 1220223"/>
                      <a:gd name="connsiteX1" fmla="*/ 290255 w 877072"/>
                      <a:gd name="connsiteY1" fmla="*/ 0 h 1220223"/>
                      <a:gd name="connsiteX2" fmla="*/ 877072 w 877072"/>
                      <a:gd name="connsiteY2" fmla="*/ 1220223 h 1220223"/>
                      <a:gd name="connsiteX3" fmla="*/ 0 w 877072"/>
                      <a:gd name="connsiteY3" fmla="*/ 1211985 h 122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77072" h="1220223">
                        <a:moveTo>
                          <a:pt x="0" y="1211985"/>
                        </a:moveTo>
                        <a:lnTo>
                          <a:pt x="290255" y="0"/>
                        </a:lnTo>
                        <a:lnTo>
                          <a:pt x="877072" y="1220223"/>
                        </a:lnTo>
                        <a:lnTo>
                          <a:pt x="0" y="1211985"/>
                        </a:lnTo>
                        <a:close/>
                      </a:path>
                    </a:pathLst>
                  </a:custGeom>
                  <a:solidFill>
                    <a:srgbClr val="2189B7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  <p:sp>
                <p:nvSpPr>
                  <p:cNvPr id="49" name="等腰三角形 55"/>
                  <p:cNvSpPr/>
                  <p:nvPr/>
                </p:nvSpPr>
                <p:spPr bwMode="auto">
                  <a:xfrm>
                    <a:off x="3874907" y="5171603"/>
                    <a:ext cx="634076" cy="1214490"/>
                  </a:xfrm>
                  <a:custGeom>
                    <a:avLst/>
                    <a:gdLst>
                      <a:gd name="connsiteX0" fmla="*/ 0 w 942975"/>
                      <a:gd name="connsiteY0" fmla="*/ 1211985 h 1211985"/>
                      <a:gd name="connsiteX1" fmla="*/ 471488 w 942975"/>
                      <a:gd name="connsiteY1" fmla="*/ 0 h 1211985"/>
                      <a:gd name="connsiteX2" fmla="*/ 942975 w 942975"/>
                      <a:gd name="connsiteY2" fmla="*/ 1211985 h 1211985"/>
                      <a:gd name="connsiteX3" fmla="*/ 0 w 942975"/>
                      <a:gd name="connsiteY3" fmla="*/ 1211985 h 1211985"/>
                      <a:gd name="connsiteX0" fmla="*/ 0 w 1400878"/>
                      <a:gd name="connsiteY0" fmla="*/ 1167015 h 1167015"/>
                      <a:gd name="connsiteX1" fmla="*/ 1400878 w 1400878"/>
                      <a:gd name="connsiteY1" fmla="*/ 0 h 1167015"/>
                      <a:gd name="connsiteX2" fmla="*/ 942975 w 1400878"/>
                      <a:gd name="connsiteY2" fmla="*/ 1167015 h 1167015"/>
                      <a:gd name="connsiteX3" fmla="*/ 0 w 1400878"/>
                      <a:gd name="connsiteY3" fmla="*/ 1167015 h 1167015"/>
                      <a:gd name="connsiteX0" fmla="*/ 0 w 831252"/>
                      <a:gd name="connsiteY0" fmla="*/ 1196996 h 1196996"/>
                      <a:gd name="connsiteX1" fmla="*/ 831252 w 831252"/>
                      <a:gd name="connsiteY1" fmla="*/ 0 h 1196996"/>
                      <a:gd name="connsiteX2" fmla="*/ 373349 w 831252"/>
                      <a:gd name="connsiteY2" fmla="*/ 1167015 h 1196996"/>
                      <a:gd name="connsiteX3" fmla="*/ 0 w 831252"/>
                      <a:gd name="connsiteY3" fmla="*/ 1196996 h 1196996"/>
                      <a:gd name="connsiteX0" fmla="*/ 0 w 845629"/>
                      <a:gd name="connsiteY0" fmla="*/ 1240128 h 1240128"/>
                      <a:gd name="connsiteX1" fmla="*/ 845629 w 845629"/>
                      <a:gd name="connsiteY1" fmla="*/ 0 h 1240128"/>
                      <a:gd name="connsiteX2" fmla="*/ 373349 w 845629"/>
                      <a:gd name="connsiteY2" fmla="*/ 1210147 h 1240128"/>
                      <a:gd name="connsiteX3" fmla="*/ 0 w 845629"/>
                      <a:gd name="connsiteY3" fmla="*/ 1240128 h 1240128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373349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845629"/>
                      <a:gd name="connsiteY0" fmla="*/ 1208498 h 1210147"/>
                      <a:gd name="connsiteX1" fmla="*/ 845629 w 845629"/>
                      <a:gd name="connsiteY1" fmla="*/ 0 h 1210147"/>
                      <a:gd name="connsiteX2" fmla="*/ 571057 w 845629"/>
                      <a:gd name="connsiteY2" fmla="*/ 1210147 h 1210147"/>
                      <a:gd name="connsiteX3" fmla="*/ 0 w 845629"/>
                      <a:gd name="connsiteY3" fmla="*/ 1208498 h 1210147"/>
                      <a:gd name="connsiteX0" fmla="*/ 0 w 598494"/>
                      <a:gd name="connsiteY0" fmla="*/ 1208498 h 1210147"/>
                      <a:gd name="connsiteX1" fmla="*/ 598494 w 598494"/>
                      <a:gd name="connsiteY1" fmla="*/ 0 h 1210147"/>
                      <a:gd name="connsiteX2" fmla="*/ 323922 w 598494"/>
                      <a:gd name="connsiteY2" fmla="*/ 1210147 h 1210147"/>
                      <a:gd name="connsiteX3" fmla="*/ 0 w 598494"/>
                      <a:gd name="connsiteY3" fmla="*/ 1208498 h 1210147"/>
                      <a:gd name="connsiteX0" fmla="*/ 0 w 598494"/>
                      <a:gd name="connsiteY0" fmla="*/ 1208498 h 1223953"/>
                      <a:gd name="connsiteX1" fmla="*/ 598494 w 598494"/>
                      <a:gd name="connsiteY1" fmla="*/ 0 h 1223953"/>
                      <a:gd name="connsiteX2" fmla="*/ 319474 w 598494"/>
                      <a:gd name="connsiteY2" fmla="*/ 1223953 h 1223953"/>
                      <a:gd name="connsiteX3" fmla="*/ 0 w 598494"/>
                      <a:gd name="connsiteY3" fmla="*/ 1208498 h 1223953"/>
                      <a:gd name="connsiteX0" fmla="*/ 0 w 616285"/>
                      <a:gd name="connsiteY0" fmla="*/ 1222303 h 1223953"/>
                      <a:gd name="connsiteX1" fmla="*/ 616285 w 616285"/>
                      <a:gd name="connsiteY1" fmla="*/ 0 h 1223953"/>
                      <a:gd name="connsiteX2" fmla="*/ 337265 w 616285"/>
                      <a:gd name="connsiteY2" fmla="*/ 1223953 h 1223953"/>
                      <a:gd name="connsiteX3" fmla="*/ 0 w 616285"/>
                      <a:gd name="connsiteY3" fmla="*/ 1222303 h 1223953"/>
                      <a:gd name="connsiteX0" fmla="*/ 0 w 616285"/>
                      <a:gd name="connsiteY0" fmla="*/ 1222303 h 1233157"/>
                      <a:gd name="connsiteX1" fmla="*/ 616285 w 616285"/>
                      <a:gd name="connsiteY1" fmla="*/ 0 h 1233157"/>
                      <a:gd name="connsiteX2" fmla="*/ 368399 w 616285"/>
                      <a:gd name="connsiteY2" fmla="*/ 1233157 h 1233157"/>
                      <a:gd name="connsiteX3" fmla="*/ 0 w 616285"/>
                      <a:gd name="connsiteY3" fmla="*/ 1222303 h 1233157"/>
                      <a:gd name="connsiteX0" fmla="*/ 0 w 634076"/>
                      <a:gd name="connsiteY0" fmla="*/ 1226905 h 1233157"/>
                      <a:gd name="connsiteX1" fmla="*/ 634076 w 634076"/>
                      <a:gd name="connsiteY1" fmla="*/ 0 h 1233157"/>
                      <a:gd name="connsiteX2" fmla="*/ 386190 w 634076"/>
                      <a:gd name="connsiteY2" fmla="*/ 1233157 h 1233157"/>
                      <a:gd name="connsiteX3" fmla="*/ 0 w 634076"/>
                      <a:gd name="connsiteY3" fmla="*/ 1226905 h 1233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34076" h="1233157">
                        <a:moveTo>
                          <a:pt x="0" y="1226905"/>
                        </a:moveTo>
                        <a:lnTo>
                          <a:pt x="634076" y="0"/>
                        </a:lnTo>
                        <a:lnTo>
                          <a:pt x="386190" y="1233157"/>
                        </a:lnTo>
                        <a:lnTo>
                          <a:pt x="0" y="1226905"/>
                        </a:lnTo>
                        <a:close/>
                      </a:path>
                    </a:pathLst>
                  </a:custGeom>
                  <a:solidFill>
                    <a:srgbClr val="073A57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sym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7" name="任意多边形 46"/>
                <p:cNvSpPr/>
                <p:nvPr/>
              </p:nvSpPr>
              <p:spPr bwMode="auto">
                <a:xfrm>
                  <a:off x="4227246" y="5495058"/>
                  <a:ext cx="550363" cy="613310"/>
                </a:xfrm>
                <a:custGeom>
                  <a:avLst/>
                  <a:gdLst>
                    <a:gd name="connsiteX0" fmla="*/ 255374 w 508927"/>
                    <a:gd name="connsiteY0" fmla="*/ 0 h 613310"/>
                    <a:gd name="connsiteX1" fmla="*/ 508927 w 508927"/>
                    <a:gd name="connsiteY1" fmla="*/ 528980 h 613310"/>
                    <a:gd name="connsiteX2" fmla="*/ 268882 w 508927"/>
                    <a:gd name="connsiteY2" fmla="*/ 449114 h 613310"/>
                    <a:gd name="connsiteX3" fmla="*/ 227045 w 508927"/>
                    <a:gd name="connsiteY3" fmla="*/ 613310 h 613310"/>
                    <a:gd name="connsiteX4" fmla="*/ 188761 w 508927"/>
                    <a:gd name="connsiteY4" fmla="*/ 463055 h 613310"/>
                    <a:gd name="connsiteX5" fmla="*/ 0 w 508927"/>
                    <a:gd name="connsiteY5" fmla="*/ 528980 h 613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08927" h="613310">
                      <a:moveTo>
                        <a:pt x="255374" y="0"/>
                      </a:moveTo>
                      <a:lnTo>
                        <a:pt x="508927" y="528980"/>
                      </a:lnTo>
                      <a:lnTo>
                        <a:pt x="268882" y="449114"/>
                      </a:lnTo>
                      <a:lnTo>
                        <a:pt x="227045" y="613310"/>
                      </a:lnTo>
                      <a:lnTo>
                        <a:pt x="188761" y="463055"/>
                      </a:lnTo>
                      <a:lnTo>
                        <a:pt x="0" y="528980"/>
                      </a:lnTo>
                      <a:close/>
                    </a:path>
                  </a:pathLst>
                </a:custGeom>
                <a:solidFill>
                  <a:srgbClr val="FFFEFE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1517006" y="2891188"/>
                <a:ext cx="252349" cy="369070"/>
                <a:chOff x="6521512" y="5551185"/>
                <a:chExt cx="370588" cy="369834"/>
              </a:xfrm>
            </p:grpSpPr>
            <p:sp>
              <p:nvSpPr>
                <p:cNvPr id="44" name="流程图: 资料带 43"/>
                <p:cNvSpPr/>
                <p:nvPr/>
              </p:nvSpPr>
              <p:spPr bwMode="auto">
                <a:xfrm>
                  <a:off x="6521512" y="5551185"/>
                  <a:ext cx="370588" cy="215899"/>
                </a:xfrm>
                <a:prstGeom prst="flowChartPunchedTape">
                  <a:avLst/>
                </a:prstGeom>
                <a:solidFill>
                  <a:srgbClr val="2189B7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sym typeface="Calibri" panose="020F0502020204030204" pitchFamily="34" charset="0"/>
                  </a:endParaRPr>
                </a:p>
              </p:txBody>
            </p:sp>
            <p:cxnSp>
              <p:nvCxnSpPr>
                <p:cNvPr id="45" name="直接连接符 44"/>
                <p:cNvCxnSpPr>
                  <a:stCxn id="44" idx="1"/>
                </p:cNvCxnSpPr>
                <p:nvPr/>
              </p:nvCxnSpPr>
              <p:spPr bwMode="auto">
                <a:xfrm>
                  <a:off x="6521512" y="5659134"/>
                  <a:ext cx="8414" cy="261885"/>
                </a:xfrm>
                <a:prstGeom prst="line">
                  <a:avLst/>
                </a:prstGeom>
                <a:solidFill>
                  <a:srgbClr val="FFFEFE"/>
                </a:solidFill>
                <a:ln w="2857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635912-EE79-986C-F161-015FD3FC0423}"/>
              </a:ext>
            </a:extLst>
          </p:cNvPr>
          <p:cNvSpPr/>
          <p:nvPr/>
        </p:nvSpPr>
        <p:spPr>
          <a:xfrm>
            <a:off x="-1376414" y="469514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       </a:t>
            </a:r>
            <a:r>
              <a:rPr lang="zh-CN" altLang="en-US" dirty="0">
                <a:solidFill>
                  <a:srgbClr val="014E7A"/>
                </a:solidFill>
              </a:rPr>
              <a:t>科研与竞赛信息指导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F6F0F8-F5EA-4074-43AB-2E13A11D1412}"/>
              </a:ext>
            </a:extLst>
          </p:cNvPr>
          <p:cNvSpPr txBox="1"/>
          <p:nvPr/>
        </p:nvSpPr>
        <p:spPr>
          <a:xfrm>
            <a:off x="0" y="1401414"/>
            <a:ext cx="569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普遍要求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21AEF38A-6DC4-093C-D47C-8CF56198E600}"/>
              </a:ext>
            </a:extLst>
          </p:cNvPr>
          <p:cNvSpPr/>
          <p:nvPr/>
        </p:nvSpPr>
        <p:spPr>
          <a:xfrm>
            <a:off x="1147122" y="1136734"/>
            <a:ext cx="233541" cy="14531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CACEEA-2F24-B2A9-06D0-9764D40E4A8E}"/>
              </a:ext>
            </a:extLst>
          </p:cNvPr>
          <p:cNvSpPr/>
          <p:nvPr/>
        </p:nvSpPr>
        <p:spPr>
          <a:xfrm>
            <a:off x="1495647" y="1136734"/>
            <a:ext cx="956930" cy="3242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文科类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003A130-D797-EFE7-4C04-F9AC4672F608}"/>
              </a:ext>
            </a:extLst>
          </p:cNvPr>
          <p:cNvSpPr/>
          <p:nvPr/>
        </p:nvSpPr>
        <p:spPr>
          <a:xfrm>
            <a:off x="1495647" y="2117661"/>
            <a:ext cx="956930" cy="3242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工科类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4033FD-15BE-23F5-AE33-24E6DCCE1BAE}"/>
              </a:ext>
            </a:extLst>
          </p:cNvPr>
          <p:cNvSpPr txBox="1"/>
          <p:nvPr/>
        </p:nvSpPr>
        <p:spPr>
          <a:xfrm>
            <a:off x="2493343" y="975699"/>
            <a:ext cx="3480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文本撰写，</a:t>
            </a:r>
            <a:r>
              <a:rPr lang="en-US" altLang="zh-CN" dirty="0"/>
              <a:t>PPT</a:t>
            </a:r>
            <a:r>
              <a:rPr lang="zh-CN" altLang="en-US" dirty="0"/>
              <a:t>美化，答辩能力，数据分析，网页制作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E81983-A4ED-CA6F-720E-53424D8FE508}"/>
              </a:ext>
            </a:extLst>
          </p:cNvPr>
          <p:cNvSpPr txBox="1"/>
          <p:nvPr/>
        </p:nvSpPr>
        <p:spPr>
          <a:xfrm>
            <a:off x="2518602" y="1977362"/>
            <a:ext cx="4626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SolidWorks</a:t>
            </a:r>
            <a:r>
              <a:rPr lang="zh-CN" altLang="en-US" dirty="0"/>
              <a:t>、</a:t>
            </a:r>
            <a:r>
              <a:rPr lang="en-US" altLang="zh-CN" dirty="0"/>
              <a:t>Ansys Fluent</a:t>
            </a:r>
            <a:r>
              <a:rPr lang="zh-CN" altLang="en-US" dirty="0"/>
              <a:t>、</a:t>
            </a:r>
            <a:r>
              <a:rPr lang="en-US" altLang="zh-CN" dirty="0" err="1"/>
              <a:t>Matlab</a:t>
            </a:r>
            <a:r>
              <a:rPr lang="zh-CN" altLang="en-US" dirty="0"/>
              <a:t>等仿真，长期实验，经费支持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609E8454-9673-B90D-6E61-DED0C55519D0}"/>
              </a:ext>
            </a:extLst>
          </p:cNvPr>
          <p:cNvSpPr/>
          <p:nvPr/>
        </p:nvSpPr>
        <p:spPr>
          <a:xfrm>
            <a:off x="6804643" y="1136734"/>
            <a:ext cx="368595" cy="14869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D7F65C-79C1-FD4B-3B92-1EAD9B09C9EA}"/>
              </a:ext>
            </a:extLst>
          </p:cNvPr>
          <p:cNvSpPr txBox="1"/>
          <p:nvPr/>
        </p:nvSpPr>
        <p:spPr>
          <a:xfrm>
            <a:off x="7428614" y="1127611"/>
            <a:ext cx="1715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普遍大二及以上，大一机会少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03AB4752-16F4-09BB-D2DF-3EBA7A152AD2}"/>
              </a:ext>
            </a:extLst>
          </p:cNvPr>
          <p:cNvSpPr/>
          <p:nvPr/>
        </p:nvSpPr>
        <p:spPr>
          <a:xfrm>
            <a:off x="8055556" y="1712386"/>
            <a:ext cx="237716" cy="377397"/>
          </a:xfrm>
          <a:prstGeom prst="downArrow">
            <a:avLst/>
          </a:prstGeom>
          <a:solidFill>
            <a:srgbClr val="36B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EF4443-3ECB-64F2-6993-E41BC050B811}"/>
              </a:ext>
            </a:extLst>
          </p:cNvPr>
          <p:cNvSpPr txBox="1"/>
          <p:nvPr/>
        </p:nvSpPr>
        <p:spPr>
          <a:xfrm>
            <a:off x="6988940" y="2128209"/>
            <a:ext cx="21973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学科竞赛</a:t>
            </a:r>
            <a:r>
              <a:rPr lang="zh-CN" altLang="en-US" sz="1400" dirty="0"/>
              <a:t>：全国大学生数学竞赛，美赛，数模国赛，物理学术竞赛，大英赛等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5D7A02-E054-CC62-E99F-4F8E5E187313}"/>
              </a:ext>
            </a:extLst>
          </p:cNvPr>
          <p:cNvSpPr txBox="1"/>
          <p:nvPr/>
        </p:nvSpPr>
        <p:spPr>
          <a:xfrm>
            <a:off x="2664294" y="3238169"/>
            <a:ext cx="64971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      大一主要是学习和熟悉流程，积累经验，认识实力强劲的团队和学长学姐，大二和大三才是主要主力，项目传承。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zh-CN" altLang="en-US" sz="1600" dirty="0"/>
              <a:t>不建议大一就加入大创，没苦硬吃；对于科研项目，最好直接联系导师（</a:t>
            </a:r>
            <a:r>
              <a:rPr lang="zh-CN" altLang="en-US" sz="1600" dirty="0">
                <a:solidFill>
                  <a:srgbClr val="FF0000"/>
                </a:solidFill>
              </a:rPr>
              <a:t>小技巧</a:t>
            </a:r>
            <a:r>
              <a:rPr lang="zh-CN" altLang="en-US" sz="1600" dirty="0"/>
              <a:t>：寻找各大比赛获奖作品的指导教师），发表论文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36DE31-2224-2C25-60A3-2C6895EAB00C}"/>
              </a:ext>
            </a:extLst>
          </p:cNvPr>
          <p:cNvSpPr txBox="1"/>
          <p:nvPr/>
        </p:nvSpPr>
        <p:spPr>
          <a:xfrm>
            <a:off x="3881204" y="4324639"/>
            <a:ext cx="54219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西安交大科技创新指导中心微信公众号</a:t>
            </a:r>
            <a:endParaRPr lang="en-US" altLang="zh-CN" dirty="0"/>
          </a:p>
          <a:p>
            <a:r>
              <a:rPr lang="zh-CN" altLang="en-US" dirty="0"/>
              <a:t>教务处竞赛信息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XJTU</a:t>
            </a:r>
            <a:r>
              <a:rPr lang="zh-CN" altLang="en-US" dirty="0"/>
              <a:t>第</a:t>
            </a:r>
            <a:r>
              <a:rPr lang="en-US" altLang="zh-CN" dirty="0"/>
              <a:t>36</a:t>
            </a:r>
            <a:r>
              <a:rPr lang="zh-CN" altLang="en-US" dirty="0"/>
              <a:t>届“腾飞杯”二群：</a:t>
            </a:r>
            <a:r>
              <a:rPr lang="en-US" altLang="zh-CN" dirty="0">
                <a:solidFill>
                  <a:srgbClr val="FF0000"/>
                </a:solidFill>
              </a:rPr>
              <a:t>518151968</a:t>
            </a:r>
          </a:p>
          <a:p>
            <a:r>
              <a:rPr lang="zh-CN" altLang="en-US" dirty="0"/>
              <a:t>国创大赛（</a:t>
            </a:r>
            <a:r>
              <a:rPr lang="en-US" altLang="zh-CN" dirty="0"/>
              <a:t>2025</a:t>
            </a:r>
            <a:r>
              <a:rPr lang="zh-CN" altLang="en-US" dirty="0"/>
              <a:t>）：</a:t>
            </a:r>
            <a:r>
              <a:rPr lang="en-US" altLang="zh-CN" dirty="0">
                <a:solidFill>
                  <a:srgbClr val="FF0000"/>
                </a:solidFill>
              </a:rPr>
              <a:t>237614036</a:t>
            </a:r>
          </a:p>
          <a:p>
            <a:r>
              <a:rPr lang="zh-CN" altLang="en-US" dirty="0"/>
              <a:t>西安交通大学</a:t>
            </a:r>
            <a:r>
              <a:rPr lang="en-US" altLang="zh-CN" dirty="0"/>
              <a:t>2025</a:t>
            </a:r>
            <a:r>
              <a:rPr lang="zh-CN" altLang="en-US" dirty="0"/>
              <a:t>年节能减排大赛：</a:t>
            </a:r>
            <a:r>
              <a:rPr lang="en-US" altLang="zh-CN" dirty="0">
                <a:solidFill>
                  <a:srgbClr val="FF0000"/>
                </a:solidFill>
              </a:rPr>
              <a:t>1036403827</a:t>
            </a:r>
          </a:p>
          <a:p>
            <a:r>
              <a:rPr lang="zh-CN" altLang="en-US" dirty="0"/>
              <a:t>数学建模俱乐部：</a:t>
            </a:r>
            <a:r>
              <a:rPr lang="en-US" altLang="zh-CN" dirty="0">
                <a:solidFill>
                  <a:srgbClr val="FF0000"/>
                </a:solidFill>
              </a:rPr>
              <a:t>552523926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632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/>
      <p:bldP spid="10" grpId="0"/>
      <p:bldP spid="11" grpId="0" animBg="1"/>
      <p:bldP spid="12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22557" y="3016663"/>
            <a:ext cx="797287" cy="2570649"/>
            <a:chOff x="6192000" y="3276000"/>
            <a:chExt cx="629055" cy="2628000"/>
          </a:xfrm>
        </p:grpSpPr>
        <p:sp>
          <p:nvSpPr>
            <p:cNvPr id="9" name="矩形 8"/>
            <p:cNvSpPr/>
            <p:nvPr/>
          </p:nvSpPr>
          <p:spPr>
            <a:xfrm>
              <a:off x="6281055" y="3276000"/>
              <a:ext cx="540000" cy="262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34"/>
            <p:cNvSpPr/>
            <p:nvPr/>
          </p:nvSpPr>
          <p:spPr>
            <a:xfrm>
              <a:off x="6192000" y="3276000"/>
              <a:ext cx="91142" cy="2628000"/>
            </a:xfrm>
            <a:custGeom>
              <a:avLst/>
              <a:gdLst>
                <a:gd name="connsiteX0" fmla="*/ 0 w 740229"/>
                <a:gd name="connsiteY0" fmla="*/ 0 h 2214652"/>
                <a:gd name="connsiteX1" fmla="*/ 740229 w 740229"/>
                <a:gd name="connsiteY1" fmla="*/ 0 h 2214652"/>
                <a:gd name="connsiteX2" fmla="*/ 740229 w 740229"/>
                <a:gd name="connsiteY2" fmla="*/ 2214652 h 2214652"/>
                <a:gd name="connsiteX3" fmla="*/ 0 w 740229"/>
                <a:gd name="connsiteY3" fmla="*/ 2214652 h 2214652"/>
                <a:gd name="connsiteX4" fmla="*/ 0 w 740229"/>
                <a:gd name="connsiteY4" fmla="*/ 0 h 2214652"/>
                <a:gd name="connsiteX0" fmla="*/ 0 w 740229"/>
                <a:gd name="connsiteY0" fmla="*/ 28575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0 w 740229"/>
                <a:gd name="connsiteY4" fmla="*/ 28575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0 w 749754"/>
                <a:gd name="connsiteY0" fmla="*/ 323850 h 2243227"/>
                <a:gd name="connsiteX1" fmla="*/ 749754 w 749754"/>
                <a:gd name="connsiteY1" fmla="*/ 0 h 2243227"/>
                <a:gd name="connsiteX2" fmla="*/ 749754 w 749754"/>
                <a:gd name="connsiteY2" fmla="*/ 2243227 h 2243227"/>
                <a:gd name="connsiteX3" fmla="*/ 9525 w 749754"/>
                <a:gd name="connsiteY3" fmla="*/ 2243227 h 2243227"/>
                <a:gd name="connsiteX4" fmla="*/ 0 w 749754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7 w 740229"/>
                <a:gd name="connsiteY0" fmla="*/ 186372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186372 h 224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229" h="2243227">
                  <a:moveTo>
                    <a:pt x="9527" y="186372"/>
                  </a:moveTo>
                  <a:lnTo>
                    <a:pt x="740229" y="0"/>
                  </a:lnTo>
                  <a:lnTo>
                    <a:pt x="740229" y="2243227"/>
                  </a:lnTo>
                  <a:lnTo>
                    <a:pt x="0" y="2243227"/>
                  </a:lnTo>
                  <a:cubicBezTo>
                    <a:pt x="3176" y="1557609"/>
                    <a:pt x="6351" y="871990"/>
                    <a:pt x="9527" y="186372"/>
                  </a:cubicBezTo>
                  <a:close/>
                </a:path>
              </a:pathLst>
            </a:custGeom>
            <a:solidFill>
              <a:srgbClr val="7F6627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46433" y="3521635"/>
            <a:ext cx="800023" cy="2065678"/>
            <a:chOff x="6660170" y="4175999"/>
            <a:chExt cx="631214" cy="1734419"/>
          </a:xfrm>
        </p:grpSpPr>
        <p:sp>
          <p:nvSpPr>
            <p:cNvPr id="7" name="矩形 6"/>
            <p:cNvSpPr/>
            <p:nvPr/>
          </p:nvSpPr>
          <p:spPr>
            <a:xfrm>
              <a:off x="6751384" y="4191370"/>
              <a:ext cx="540000" cy="1719048"/>
            </a:xfrm>
            <a:prstGeom prst="rect">
              <a:avLst/>
            </a:prstGeom>
            <a:solidFill>
              <a:srgbClr val="36ACE0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34"/>
            <p:cNvSpPr/>
            <p:nvPr/>
          </p:nvSpPr>
          <p:spPr>
            <a:xfrm>
              <a:off x="6660170" y="4175999"/>
              <a:ext cx="91214" cy="1734419"/>
            </a:xfrm>
            <a:custGeom>
              <a:avLst/>
              <a:gdLst>
                <a:gd name="connsiteX0" fmla="*/ 0 w 740229"/>
                <a:gd name="connsiteY0" fmla="*/ 0 h 2214652"/>
                <a:gd name="connsiteX1" fmla="*/ 740229 w 740229"/>
                <a:gd name="connsiteY1" fmla="*/ 0 h 2214652"/>
                <a:gd name="connsiteX2" fmla="*/ 740229 w 740229"/>
                <a:gd name="connsiteY2" fmla="*/ 2214652 h 2214652"/>
                <a:gd name="connsiteX3" fmla="*/ 0 w 740229"/>
                <a:gd name="connsiteY3" fmla="*/ 2214652 h 2214652"/>
                <a:gd name="connsiteX4" fmla="*/ 0 w 740229"/>
                <a:gd name="connsiteY4" fmla="*/ 0 h 2214652"/>
                <a:gd name="connsiteX0" fmla="*/ 0 w 740229"/>
                <a:gd name="connsiteY0" fmla="*/ 28575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0 w 740229"/>
                <a:gd name="connsiteY4" fmla="*/ 28575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0 w 749754"/>
                <a:gd name="connsiteY0" fmla="*/ 323850 h 2243227"/>
                <a:gd name="connsiteX1" fmla="*/ 749754 w 749754"/>
                <a:gd name="connsiteY1" fmla="*/ 0 h 2243227"/>
                <a:gd name="connsiteX2" fmla="*/ 749754 w 749754"/>
                <a:gd name="connsiteY2" fmla="*/ 2243227 h 2243227"/>
                <a:gd name="connsiteX3" fmla="*/ 9525 w 749754"/>
                <a:gd name="connsiteY3" fmla="*/ 2243227 h 2243227"/>
                <a:gd name="connsiteX4" fmla="*/ 0 w 749754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7 w 740229"/>
                <a:gd name="connsiteY0" fmla="*/ 186372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186372 h 2243227"/>
                <a:gd name="connsiteX0" fmla="*/ 9527 w 740229"/>
                <a:gd name="connsiteY0" fmla="*/ 260287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260287 h 224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229" h="2243227">
                  <a:moveTo>
                    <a:pt x="9527" y="260287"/>
                  </a:moveTo>
                  <a:lnTo>
                    <a:pt x="740229" y="0"/>
                  </a:lnTo>
                  <a:lnTo>
                    <a:pt x="740229" y="2243227"/>
                  </a:lnTo>
                  <a:lnTo>
                    <a:pt x="0" y="2243227"/>
                  </a:lnTo>
                  <a:cubicBezTo>
                    <a:pt x="3176" y="1557609"/>
                    <a:pt x="6351" y="945905"/>
                    <a:pt x="9527" y="260287"/>
                  </a:cubicBezTo>
                  <a:close/>
                </a:path>
              </a:pathLst>
            </a:custGeom>
            <a:solidFill>
              <a:srgbClr val="33584F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582805" y="4017619"/>
            <a:ext cx="808732" cy="1584730"/>
            <a:chOff x="2671630" y="4467842"/>
            <a:chExt cx="808732" cy="1166373"/>
          </a:xfrm>
        </p:grpSpPr>
        <p:sp>
          <p:nvSpPr>
            <p:cNvPr id="16" name="矩形 15"/>
            <p:cNvSpPr/>
            <p:nvPr/>
          </p:nvSpPr>
          <p:spPr>
            <a:xfrm>
              <a:off x="2795947" y="4478179"/>
              <a:ext cx="684415" cy="1156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34"/>
            <p:cNvSpPr/>
            <p:nvPr/>
          </p:nvSpPr>
          <p:spPr>
            <a:xfrm>
              <a:off x="2671630" y="4467842"/>
              <a:ext cx="115608" cy="1166373"/>
            </a:xfrm>
            <a:custGeom>
              <a:avLst/>
              <a:gdLst>
                <a:gd name="connsiteX0" fmla="*/ 0 w 740229"/>
                <a:gd name="connsiteY0" fmla="*/ 0 h 2214652"/>
                <a:gd name="connsiteX1" fmla="*/ 740229 w 740229"/>
                <a:gd name="connsiteY1" fmla="*/ 0 h 2214652"/>
                <a:gd name="connsiteX2" fmla="*/ 740229 w 740229"/>
                <a:gd name="connsiteY2" fmla="*/ 2214652 h 2214652"/>
                <a:gd name="connsiteX3" fmla="*/ 0 w 740229"/>
                <a:gd name="connsiteY3" fmla="*/ 2214652 h 2214652"/>
                <a:gd name="connsiteX4" fmla="*/ 0 w 740229"/>
                <a:gd name="connsiteY4" fmla="*/ 0 h 2214652"/>
                <a:gd name="connsiteX0" fmla="*/ 0 w 740229"/>
                <a:gd name="connsiteY0" fmla="*/ 28575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0 w 740229"/>
                <a:gd name="connsiteY4" fmla="*/ 28575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0 w 749754"/>
                <a:gd name="connsiteY0" fmla="*/ 323850 h 2243227"/>
                <a:gd name="connsiteX1" fmla="*/ 749754 w 749754"/>
                <a:gd name="connsiteY1" fmla="*/ 0 h 2243227"/>
                <a:gd name="connsiteX2" fmla="*/ 749754 w 749754"/>
                <a:gd name="connsiteY2" fmla="*/ 2243227 h 2243227"/>
                <a:gd name="connsiteX3" fmla="*/ 9525 w 749754"/>
                <a:gd name="connsiteY3" fmla="*/ 2243227 h 2243227"/>
                <a:gd name="connsiteX4" fmla="*/ 0 w 749754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7 w 740229"/>
                <a:gd name="connsiteY0" fmla="*/ 186372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186372 h 2243227"/>
                <a:gd name="connsiteX0" fmla="*/ 9527 w 740229"/>
                <a:gd name="connsiteY0" fmla="*/ 260287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260287 h 224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229" h="2243227">
                  <a:moveTo>
                    <a:pt x="9527" y="260287"/>
                  </a:moveTo>
                  <a:lnTo>
                    <a:pt x="740229" y="0"/>
                  </a:lnTo>
                  <a:lnTo>
                    <a:pt x="740229" y="2243227"/>
                  </a:lnTo>
                  <a:lnTo>
                    <a:pt x="0" y="2243227"/>
                  </a:lnTo>
                  <a:cubicBezTo>
                    <a:pt x="3176" y="1557609"/>
                    <a:pt x="6351" y="945905"/>
                    <a:pt x="9527" y="260287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6200000">
            <a:off x="3076873" y="4614623"/>
            <a:ext cx="1175428" cy="800023"/>
            <a:chOff x="6154467" y="5173324"/>
            <a:chExt cx="906418" cy="631214"/>
          </a:xfrm>
        </p:grpSpPr>
        <p:sp>
          <p:nvSpPr>
            <p:cNvPr id="11" name="矩形 34"/>
            <p:cNvSpPr/>
            <p:nvPr/>
          </p:nvSpPr>
          <p:spPr>
            <a:xfrm rot="5400000">
              <a:off x="6565278" y="4768931"/>
              <a:ext cx="91214" cy="900000"/>
            </a:xfrm>
            <a:custGeom>
              <a:avLst/>
              <a:gdLst>
                <a:gd name="connsiteX0" fmla="*/ 0 w 740229"/>
                <a:gd name="connsiteY0" fmla="*/ 0 h 2214652"/>
                <a:gd name="connsiteX1" fmla="*/ 740229 w 740229"/>
                <a:gd name="connsiteY1" fmla="*/ 0 h 2214652"/>
                <a:gd name="connsiteX2" fmla="*/ 740229 w 740229"/>
                <a:gd name="connsiteY2" fmla="*/ 2214652 h 2214652"/>
                <a:gd name="connsiteX3" fmla="*/ 0 w 740229"/>
                <a:gd name="connsiteY3" fmla="*/ 2214652 h 2214652"/>
                <a:gd name="connsiteX4" fmla="*/ 0 w 740229"/>
                <a:gd name="connsiteY4" fmla="*/ 0 h 2214652"/>
                <a:gd name="connsiteX0" fmla="*/ 0 w 740229"/>
                <a:gd name="connsiteY0" fmla="*/ 28575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0 w 740229"/>
                <a:gd name="connsiteY4" fmla="*/ 28575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0 w 749754"/>
                <a:gd name="connsiteY0" fmla="*/ 323850 h 2243227"/>
                <a:gd name="connsiteX1" fmla="*/ 749754 w 749754"/>
                <a:gd name="connsiteY1" fmla="*/ 0 h 2243227"/>
                <a:gd name="connsiteX2" fmla="*/ 749754 w 749754"/>
                <a:gd name="connsiteY2" fmla="*/ 2243227 h 2243227"/>
                <a:gd name="connsiteX3" fmla="*/ 9525 w 749754"/>
                <a:gd name="connsiteY3" fmla="*/ 2243227 h 2243227"/>
                <a:gd name="connsiteX4" fmla="*/ 0 w 749754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7 w 740229"/>
                <a:gd name="connsiteY0" fmla="*/ 186372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186372 h 2243227"/>
                <a:gd name="connsiteX0" fmla="*/ 51694 w 740229"/>
                <a:gd name="connsiteY0" fmla="*/ 354717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51694 w 740229"/>
                <a:gd name="connsiteY4" fmla="*/ 354717 h 224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229" h="2243227">
                  <a:moveTo>
                    <a:pt x="51694" y="354717"/>
                  </a:moveTo>
                  <a:lnTo>
                    <a:pt x="740229" y="0"/>
                  </a:lnTo>
                  <a:lnTo>
                    <a:pt x="740229" y="2243227"/>
                  </a:lnTo>
                  <a:lnTo>
                    <a:pt x="0" y="2243227"/>
                  </a:lnTo>
                  <a:cubicBezTo>
                    <a:pt x="3176" y="1557609"/>
                    <a:pt x="48518" y="1040335"/>
                    <a:pt x="51694" y="354717"/>
                  </a:cubicBez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6334467" y="5084538"/>
              <a:ext cx="540000" cy="899999"/>
            </a:xfrm>
            <a:prstGeom prst="rect">
              <a:avLst/>
            </a:prstGeom>
            <a:solidFill>
              <a:srgbClr val="A4A4A4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 rot="16200000">
            <a:off x="3988376" y="4891505"/>
            <a:ext cx="605017" cy="800023"/>
            <a:chOff x="6154467" y="5173324"/>
            <a:chExt cx="906418" cy="631214"/>
          </a:xfrm>
        </p:grpSpPr>
        <p:sp>
          <p:nvSpPr>
            <p:cNvPr id="21" name="矩形 34"/>
            <p:cNvSpPr/>
            <p:nvPr/>
          </p:nvSpPr>
          <p:spPr>
            <a:xfrm rot="5400000">
              <a:off x="6565278" y="4768931"/>
              <a:ext cx="91214" cy="900000"/>
            </a:xfrm>
            <a:custGeom>
              <a:avLst/>
              <a:gdLst>
                <a:gd name="connsiteX0" fmla="*/ 0 w 740229"/>
                <a:gd name="connsiteY0" fmla="*/ 0 h 2214652"/>
                <a:gd name="connsiteX1" fmla="*/ 740229 w 740229"/>
                <a:gd name="connsiteY1" fmla="*/ 0 h 2214652"/>
                <a:gd name="connsiteX2" fmla="*/ 740229 w 740229"/>
                <a:gd name="connsiteY2" fmla="*/ 2214652 h 2214652"/>
                <a:gd name="connsiteX3" fmla="*/ 0 w 740229"/>
                <a:gd name="connsiteY3" fmla="*/ 2214652 h 2214652"/>
                <a:gd name="connsiteX4" fmla="*/ 0 w 740229"/>
                <a:gd name="connsiteY4" fmla="*/ 0 h 2214652"/>
                <a:gd name="connsiteX0" fmla="*/ 0 w 740229"/>
                <a:gd name="connsiteY0" fmla="*/ 28575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0 w 740229"/>
                <a:gd name="connsiteY4" fmla="*/ 28575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0 w 749754"/>
                <a:gd name="connsiteY0" fmla="*/ 323850 h 2243227"/>
                <a:gd name="connsiteX1" fmla="*/ 749754 w 749754"/>
                <a:gd name="connsiteY1" fmla="*/ 0 h 2243227"/>
                <a:gd name="connsiteX2" fmla="*/ 749754 w 749754"/>
                <a:gd name="connsiteY2" fmla="*/ 2243227 h 2243227"/>
                <a:gd name="connsiteX3" fmla="*/ 9525 w 749754"/>
                <a:gd name="connsiteY3" fmla="*/ 2243227 h 2243227"/>
                <a:gd name="connsiteX4" fmla="*/ 0 w 749754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5 w 740229"/>
                <a:gd name="connsiteY0" fmla="*/ 323850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5 w 740229"/>
                <a:gd name="connsiteY4" fmla="*/ 323850 h 2243227"/>
                <a:gd name="connsiteX0" fmla="*/ 9527 w 740229"/>
                <a:gd name="connsiteY0" fmla="*/ 186372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9527 w 740229"/>
                <a:gd name="connsiteY4" fmla="*/ 186372 h 2243227"/>
                <a:gd name="connsiteX0" fmla="*/ 51694 w 740229"/>
                <a:gd name="connsiteY0" fmla="*/ 354717 h 2243227"/>
                <a:gd name="connsiteX1" fmla="*/ 740229 w 740229"/>
                <a:gd name="connsiteY1" fmla="*/ 0 h 2243227"/>
                <a:gd name="connsiteX2" fmla="*/ 740229 w 740229"/>
                <a:gd name="connsiteY2" fmla="*/ 2243227 h 2243227"/>
                <a:gd name="connsiteX3" fmla="*/ 0 w 740229"/>
                <a:gd name="connsiteY3" fmla="*/ 2243227 h 2243227"/>
                <a:gd name="connsiteX4" fmla="*/ 51694 w 740229"/>
                <a:gd name="connsiteY4" fmla="*/ 354717 h 224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229" h="2243227">
                  <a:moveTo>
                    <a:pt x="51694" y="354717"/>
                  </a:moveTo>
                  <a:lnTo>
                    <a:pt x="740229" y="0"/>
                  </a:lnTo>
                  <a:lnTo>
                    <a:pt x="740229" y="2243227"/>
                  </a:lnTo>
                  <a:lnTo>
                    <a:pt x="0" y="2243227"/>
                  </a:lnTo>
                  <a:cubicBezTo>
                    <a:pt x="3176" y="1557609"/>
                    <a:pt x="48518" y="1040335"/>
                    <a:pt x="51694" y="35471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 rot="5400000">
              <a:off x="6334467" y="5084538"/>
              <a:ext cx="540000" cy="899999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scene3d>
              <a:camera prst="orthographicFront"/>
              <a:lightRig rig="threePt" dir="t"/>
            </a:scene3d>
            <a:sp3d extrusionH="273050">
              <a:bevelB w="0" prst="coolSlant"/>
              <a:extrusionClr>
                <a:schemeClr val="tx1">
                  <a:lumMod val="95000"/>
                  <a:lumOff val="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00137" y="2707014"/>
            <a:ext cx="78874" cy="2883588"/>
            <a:chOff x="900137" y="2707014"/>
            <a:chExt cx="78874" cy="2883588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976305" y="2707014"/>
              <a:ext cx="373" cy="2883588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0137" y="2707014"/>
              <a:ext cx="72000" cy="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900137" y="3428473"/>
              <a:ext cx="72000" cy="1017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901456" y="4148425"/>
              <a:ext cx="72000" cy="1017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900137" y="4868377"/>
              <a:ext cx="72000" cy="1017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907011" y="5587312"/>
              <a:ext cx="72000" cy="1017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泪滴形 42"/>
          <p:cNvSpPr/>
          <p:nvPr/>
        </p:nvSpPr>
        <p:spPr>
          <a:xfrm rot="5400000">
            <a:off x="3380183" y="2816640"/>
            <a:ext cx="936000" cy="936000"/>
          </a:xfrm>
          <a:prstGeom prst="teardrop">
            <a:avLst/>
          </a:prstGeom>
          <a:gradFill>
            <a:gsLst>
              <a:gs pos="0">
                <a:srgbClr val="FBFBFB"/>
              </a:gs>
              <a:gs pos="100000">
                <a:srgbClr val="CBCFD0"/>
              </a:gs>
            </a:gsLst>
            <a:lin ang="13200000" scaled="0"/>
          </a:gradFill>
          <a:ln>
            <a:solidFill>
              <a:schemeClr val="bg1"/>
            </a:solidFill>
          </a:ln>
          <a:effectLst>
            <a:outerShdw blurRad="241300" dist="1397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194" y="3133729"/>
            <a:ext cx="412113" cy="468000"/>
          </a:xfrm>
          <a:prstGeom prst="rect">
            <a:avLst/>
          </a:prstGeom>
          <a:effectLst/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0136BF62-2258-2A57-3FB6-EE798CEB8B99}"/>
              </a:ext>
            </a:extLst>
          </p:cNvPr>
          <p:cNvSpPr/>
          <p:nvPr/>
        </p:nvSpPr>
        <p:spPr>
          <a:xfrm>
            <a:off x="-1376414" y="469514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       </a:t>
            </a:r>
            <a:r>
              <a:rPr lang="zh-CN" altLang="en-US" dirty="0">
                <a:solidFill>
                  <a:srgbClr val="014E7A"/>
                </a:solidFill>
              </a:rPr>
              <a:t>社交与宿舍关系维护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6B6C8E-66E4-46D1-B655-0499B77C4EED}"/>
              </a:ext>
            </a:extLst>
          </p:cNvPr>
          <p:cNvSpPr txBox="1"/>
          <p:nvPr/>
        </p:nvSpPr>
        <p:spPr>
          <a:xfrm>
            <a:off x="113414" y="1119963"/>
            <a:ext cx="89306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三个主要来源：同班同学、社团或学生组织、朋友的朋友（跨专业、跨年级）</a:t>
            </a:r>
            <a:endParaRPr lang="en-US" altLang="zh-CN" sz="1600" dirty="0"/>
          </a:p>
          <a:p>
            <a:r>
              <a:rPr lang="zh-CN" altLang="en-US" sz="1600" dirty="0"/>
              <a:t>       希望大家根据自己的性格与习惯，多多参加学校活动，发展一个良好的人际交往关系，扩大自己的朋友圈，结交来自天南地北的朋友。</a:t>
            </a:r>
            <a:r>
              <a:rPr lang="zh-CN" altLang="en-US" sz="1600" dirty="0">
                <a:solidFill>
                  <a:srgbClr val="FF0000"/>
                </a:solidFill>
              </a:rPr>
              <a:t>缓解学习压力，丰富大学生活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FF0000"/>
                </a:solidFill>
              </a:rPr>
              <a:t>       发展兴趣爱好</a:t>
            </a:r>
            <a:r>
              <a:rPr lang="en-US" altLang="zh-CN" sz="1600" dirty="0">
                <a:solidFill>
                  <a:srgbClr val="FF0000"/>
                </a:solidFill>
              </a:rPr>
              <a:t>—</a:t>
            </a:r>
            <a:r>
              <a:rPr lang="zh-CN" altLang="en-US" sz="1600" dirty="0">
                <a:solidFill>
                  <a:srgbClr val="FF0000"/>
                </a:solidFill>
              </a:rPr>
              <a:t>运动、摄影、绘画、乐器、舞蹈</a:t>
            </a:r>
            <a:r>
              <a:rPr lang="en-US" altLang="zh-CN" sz="1600" dirty="0">
                <a:solidFill>
                  <a:srgbClr val="FF0000"/>
                </a:solidFill>
              </a:rPr>
              <a:t>…..</a:t>
            </a:r>
            <a:r>
              <a:rPr lang="zh-CN" altLang="en-US" sz="1600" dirty="0"/>
              <a:t>尝试新鲜事物</a:t>
            </a:r>
            <a:endParaRPr lang="en-US" altLang="zh-CN" sz="1600" dirty="0"/>
          </a:p>
          <a:p>
            <a:r>
              <a:rPr lang="zh-CN" altLang="en-US" sz="1600" dirty="0"/>
              <a:t>      人生若有新体验，请勿拒绝！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9D9F623-B1C7-FF6D-BBFB-7A850FCE53BB}"/>
              </a:ext>
            </a:extLst>
          </p:cNvPr>
          <p:cNvSpPr/>
          <p:nvPr/>
        </p:nvSpPr>
        <p:spPr>
          <a:xfrm>
            <a:off x="4858990" y="2717586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14E7A"/>
                </a:solidFill>
              </a:rPr>
              <a:t>宿舍关系维护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9E42A5-6154-2073-C88C-0AC85DB1F9D8}"/>
              </a:ext>
            </a:extLst>
          </p:cNvPr>
          <p:cNvSpPr txBox="1"/>
          <p:nvPr/>
        </p:nvSpPr>
        <p:spPr>
          <a:xfrm>
            <a:off x="4931126" y="3550741"/>
            <a:ext cx="4089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尊重理解，包容共和，换位思考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平衡宿舍学习、娱乐、休息三者关系，切勿打扰他人，营造和谐宿舍氛围</a:t>
            </a:r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建议：</a:t>
            </a:r>
            <a:r>
              <a:rPr lang="zh-CN" altLang="en-US" dirty="0"/>
              <a:t>早八闹钟及时关闭，游戏开麦有限制，宿舍垃圾及时处理，个人卫生需注意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706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477" y="3001330"/>
            <a:ext cx="1286367" cy="215466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477" y="1706325"/>
            <a:ext cx="1286367" cy="202283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958116" y="2115098"/>
            <a:ext cx="3987528" cy="923330"/>
            <a:chOff x="4958116" y="2115098"/>
            <a:chExt cx="3987528" cy="923330"/>
          </a:xfrm>
        </p:grpSpPr>
        <p:sp>
          <p:nvSpPr>
            <p:cNvPr id="56" name="矩形 55"/>
            <p:cNvSpPr/>
            <p:nvPr/>
          </p:nvSpPr>
          <p:spPr>
            <a:xfrm>
              <a:off x="4958116" y="215219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b="1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958116" y="2115098"/>
              <a:ext cx="398752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注意防范火灾，切勿在寝室使用大功率电器，切勿将易燃易爆物品堆积在供暖设备旁边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256502" y="2170221"/>
            <a:ext cx="3607703" cy="3398886"/>
            <a:chOff x="328083" y="2150144"/>
            <a:chExt cx="3700371" cy="3526856"/>
          </a:xfrm>
        </p:grpSpPr>
        <p:sp>
          <p:nvSpPr>
            <p:cNvPr id="37" name="椭圆 36"/>
            <p:cNvSpPr>
              <a:spLocks noChangeAspect="1"/>
            </p:cNvSpPr>
            <p:nvPr/>
          </p:nvSpPr>
          <p:spPr bwMode="auto">
            <a:xfrm>
              <a:off x="1451956" y="2150144"/>
              <a:ext cx="1606629" cy="1606629"/>
            </a:xfrm>
            <a:prstGeom prst="ellipse">
              <a:avLst/>
            </a:prstGeom>
            <a:solidFill>
              <a:srgbClr val="2FA9D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contourClr>
                <a:srgbClr val="B2B2B2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620514" y="3621250"/>
              <a:ext cx="1606629" cy="1606629"/>
              <a:chOff x="1966116" y="4255552"/>
              <a:chExt cx="1606629" cy="1606629"/>
            </a:xfrm>
          </p:grpSpPr>
          <p:sp>
            <p:nvSpPr>
              <p:cNvPr id="41" name="椭圆 40"/>
              <p:cNvSpPr>
                <a:spLocks noChangeAspect="1"/>
              </p:cNvSpPr>
              <p:nvPr/>
            </p:nvSpPr>
            <p:spPr bwMode="auto">
              <a:xfrm>
                <a:off x="1966116" y="4255552"/>
                <a:ext cx="1606629" cy="1606629"/>
              </a:xfrm>
              <a:prstGeom prst="ellipse">
                <a:avLst/>
              </a:prstGeom>
              <a:solidFill>
                <a:srgbClr val="2FA9D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scene3d>
                <a:camera prst="orthographicFront"/>
                <a:lightRig rig="threePt" dir="t"/>
              </a:scene3d>
              <a:sp3d>
                <a:contourClr>
                  <a:srgbClr val="B2B2B2"/>
                </a:contourClr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Heiti SC Light" charset="0"/>
                  <a:cs typeface="Heiti SC Light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椭圆 41"/>
              <p:cNvSpPr>
                <a:spLocks noChangeAspect="1"/>
              </p:cNvSpPr>
              <p:nvPr/>
            </p:nvSpPr>
            <p:spPr bwMode="auto">
              <a:xfrm>
                <a:off x="2255271" y="4329854"/>
                <a:ext cx="1224000" cy="1224000"/>
              </a:xfrm>
              <a:prstGeom prst="ellipse">
                <a:avLst/>
              </a:prstGeom>
              <a:gradFill>
                <a:gsLst>
                  <a:gs pos="51000">
                    <a:srgbClr val="DDDDDD"/>
                  </a:gs>
                  <a:gs pos="1000">
                    <a:srgbClr val="ECECEC"/>
                  </a:gs>
                  <a:gs pos="100000">
                    <a:srgbClr val="B2B2B2"/>
                  </a:gs>
                </a:gsLst>
                <a:path path="circle">
                  <a:fillToRect t="100000" r="100000"/>
                </a:path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139700" dist="889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0650" h="25400" prst="softRound"/>
                <a:contourClr>
                  <a:srgbClr val="B2B2B2"/>
                </a:contourClr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Heiti SC Light" charset="0"/>
                  <a:cs typeface="Heiti SC Light" charset="0"/>
                  <a:sym typeface="Calibri" panose="020F0502020204030204" pitchFamily="34" charset="0"/>
                </a:endParaRPr>
              </a:p>
            </p:txBody>
          </p:sp>
        </p:grpSp>
        <p:sp>
          <p:nvSpPr>
            <p:cNvPr id="7" name="泪滴形 6"/>
            <p:cNvSpPr/>
            <p:nvPr/>
          </p:nvSpPr>
          <p:spPr>
            <a:xfrm rot="10262096">
              <a:off x="2614326" y="2537268"/>
              <a:ext cx="1196047" cy="1085101"/>
            </a:xfrm>
            <a:custGeom>
              <a:avLst/>
              <a:gdLst>
                <a:gd name="connsiteX0" fmla="*/ 0 w 1528175"/>
                <a:gd name="connsiteY0" fmla="*/ 782877 h 1565754"/>
                <a:gd name="connsiteX1" fmla="*/ 764088 w 1528175"/>
                <a:gd name="connsiteY1" fmla="*/ 0 h 1565754"/>
                <a:gd name="connsiteX2" fmla="*/ 2292263 w 1528175"/>
                <a:gd name="connsiteY2" fmla="*/ -782877 h 1565754"/>
                <a:gd name="connsiteX3" fmla="*/ 1528175 w 1528175"/>
                <a:gd name="connsiteY3" fmla="*/ 782877 h 1565754"/>
                <a:gd name="connsiteX4" fmla="*/ 764087 w 1528175"/>
                <a:gd name="connsiteY4" fmla="*/ 1565754 h 1565754"/>
                <a:gd name="connsiteX5" fmla="*/ -1 w 1528175"/>
                <a:gd name="connsiteY5" fmla="*/ 782877 h 1565754"/>
                <a:gd name="connsiteX6" fmla="*/ 0 w 1528175"/>
                <a:gd name="connsiteY6" fmla="*/ 782877 h 1565754"/>
                <a:gd name="connsiteX0" fmla="*/ 1 w 2385797"/>
                <a:gd name="connsiteY0" fmla="*/ 1668191 h 2451068"/>
                <a:gd name="connsiteX1" fmla="*/ 764089 w 2385797"/>
                <a:gd name="connsiteY1" fmla="*/ 885314 h 2451068"/>
                <a:gd name="connsiteX2" fmla="*/ 2292264 w 2385797"/>
                <a:gd name="connsiteY2" fmla="*/ 102437 h 2451068"/>
                <a:gd name="connsiteX3" fmla="*/ 1528176 w 2385797"/>
                <a:gd name="connsiteY3" fmla="*/ 1668191 h 2451068"/>
                <a:gd name="connsiteX4" fmla="*/ 764088 w 2385797"/>
                <a:gd name="connsiteY4" fmla="*/ 2451068 h 2451068"/>
                <a:gd name="connsiteX5" fmla="*/ 0 w 2385797"/>
                <a:gd name="connsiteY5" fmla="*/ 1668191 h 2451068"/>
                <a:gd name="connsiteX6" fmla="*/ 1 w 2385797"/>
                <a:gd name="connsiteY6" fmla="*/ 1668191 h 2451068"/>
                <a:gd name="connsiteX0" fmla="*/ 1 w 2364203"/>
                <a:gd name="connsiteY0" fmla="*/ 1643320 h 2426197"/>
                <a:gd name="connsiteX1" fmla="*/ 764089 w 2364203"/>
                <a:gd name="connsiteY1" fmla="*/ 860443 h 2426197"/>
                <a:gd name="connsiteX2" fmla="*/ 2292264 w 2364203"/>
                <a:gd name="connsiteY2" fmla="*/ 77566 h 2426197"/>
                <a:gd name="connsiteX3" fmla="*/ 1528176 w 2364203"/>
                <a:gd name="connsiteY3" fmla="*/ 1643320 h 2426197"/>
                <a:gd name="connsiteX4" fmla="*/ 764088 w 2364203"/>
                <a:gd name="connsiteY4" fmla="*/ 2426197 h 2426197"/>
                <a:gd name="connsiteX5" fmla="*/ 0 w 2364203"/>
                <a:gd name="connsiteY5" fmla="*/ 1643320 h 2426197"/>
                <a:gd name="connsiteX6" fmla="*/ 1 w 2364203"/>
                <a:gd name="connsiteY6" fmla="*/ 1643320 h 2426197"/>
                <a:gd name="connsiteX0" fmla="*/ 1 w 2492878"/>
                <a:gd name="connsiteY0" fmla="*/ 1512085 h 2294962"/>
                <a:gd name="connsiteX1" fmla="*/ 764089 w 2492878"/>
                <a:gd name="connsiteY1" fmla="*/ 729208 h 2294962"/>
                <a:gd name="connsiteX2" fmla="*/ 2429558 w 2492878"/>
                <a:gd name="connsiteY2" fmla="*/ 105199 h 2294962"/>
                <a:gd name="connsiteX3" fmla="*/ 1528176 w 2492878"/>
                <a:gd name="connsiteY3" fmla="*/ 1512085 h 2294962"/>
                <a:gd name="connsiteX4" fmla="*/ 764088 w 2492878"/>
                <a:gd name="connsiteY4" fmla="*/ 2294962 h 2294962"/>
                <a:gd name="connsiteX5" fmla="*/ 0 w 2492878"/>
                <a:gd name="connsiteY5" fmla="*/ 1512085 h 2294962"/>
                <a:gd name="connsiteX6" fmla="*/ 1 w 2492878"/>
                <a:gd name="connsiteY6" fmla="*/ 1512085 h 2294962"/>
                <a:gd name="connsiteX0" fmla="*/ 1 w 2542271"/>
                <a:gd name="connsiteY0" fmla="*/ 1452676 h 2235553"/>
                <a:gd name="connsiteX1" fmla="*/ 764089 w 2542271"/>
                <a:gd name="connsiteY1" fmla="*/ 669799 h 2235553"/>
                <a:gd name="connsiteX2" fmla="*/ 2429558 w 2542271"/>
                <a:gd name="connsiteY2" fmla="*/ 45790 h 2235553"/>
                <a:gd name="connsiteX3" fmla="*/ 1528176 w 2542271"/>
                <a:gd name="connsiteY3" fmla="*/ 1452676 h 2235553"/>
                <a:gd name="connsiteX4" fmla="*/ 764088 w 2542271"/>
                <a:gd name="connsiteY4" fmla="*/ 2235553 h 2235553"/>
                <a:gd name="connsiteX5" fmla="*/ 0 w 2542271"/>
                <a:gd name="connsiteY5" fmla="*/ 1452676 h 2235553"/>
                <a:gd name="connsiteX6" fmla="*/ 1 w 2542271"/>
                <a:gd name="connsiteY6" fmla="*/ 1452676 h 2235553"/>
                <a:gd name="connsiteX0" fmla="*/ 1 w 2542271"/>
                <a:gd name="connsiteY0" fmla="*/ 1452676 h 2235553"/>
                <a:gd name="connsiteX1" fmla="*/ 764089 w 2542271"/>
                <a:gd name="connsiteY1" fmla="*/ 669799 h 2235553"/>
                <a:gd name="connsiteX2" fmla="*/ 2429558 w 2542271"/>
                <a:gd name="connsiteY2" fmla="*/ 45790 h 2235553"/>
                <a:gd name="connsiteX3" fmla="*/ 1528176 w 2542271"/>
                <a:gd name="connsiteY3" fmla="*/ 1452676 h 2235553"/>
                <a:gd name="connsiteX4" fmla="*/ 764088 w 2542271"/>
                <a:gd name="connsiteY4" fmla="*/ 2235553 h 2235553"/>
                <a:gd name="connsiteX5" fmla="*/ 0 w 2542271"/>
                <a:gd name="connsiteY5" fmla="*/ 1452676 h 2235553"/>
                <a:gd name="connsiteX6" fmla="*/ 1 w 2542271"/>
                <a:gd name="connsiteY6" fmla="*/ 1452676 h 2235553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5530"/>
                <a:gd name="connsiteY0" fmla="*/ 1449117 h 2231994"/>
                <a:gd name="connsiteX1" fmla="*/ 764089 w 2545530"/>
                <a:gd name="connsiteY1" fmla="*/ 666240 h 2231994"/>
                <a:gd name="connsiteX2" fmla="*/ 2429558 w 2545530"/>
                <a:gd name="connsiteY2" fmla="*/ 42231 h 2231994"/>
                <a:gd name="connsiteX3" fmla="*/ 1528176 w 2545530"/>
                <a:gd name="connsiteY3" fmla="*/ 1449117 h 2231994"/>
                <a:gd name="connsiteX4" fmla="*/ 764088 w 2545530"/>
                <a:gd name="connsiteY4" fmla="*/ 2231994 h 2231994"/>
                <a:gd name="connsiteX5" fmla="*/ 0 w 2545530"/>
                <a:gd name="connsiteY5" fmla="*/ 1449117 h 2231994"/>
                <a:gd name="connsiteX6" fmla="*/ 1 w 2545530"/>
                <a:gd name="connsiteY6" fmla="*/ 1449117 h 2231994"/>
                <a:gd name="connsiteX0" fmla="*/ 1 w 2666852"/>
                <a:gd name="connsiteY0" fmla="*/ 1386556 h 2169433"/>
                <a:gd name="connsiteX1" fmla="*/ 764089 w 2666852"/>
                <a:gd name="connsiteY1" fmla="*/ 603679 h 2169433"/>
                <a:gd name="connsiteX2" fmla="*/ 2559283 w 2666852"/>
                <a:gd name="connsiteY2" fmla="*/ 49515 h 2169433"/>
                <a:gd name="connsiteX3" fmla="*/ 1528176 w 2666852"/>
                <a:gd name="connsiteY3" fmla="*/ 1386556 h 2169433"/>
                <a:gd name="connsiteX4" fmla="*/ 764088 w 2666852"/>
                <a:gd name="connsiteY4" fmla="*/ 2169433 h 2169433"/>
                <a:gd name="connsiteX5" fmla="*/ 0 w 2666852"/>
                <a:gd name="connsiteY5" fmla="*/ 1386556 h 2169433"/>
                <a:gd name="connsiteX6" fmla="*/ 1 w 2666852"/>
                <a:gd name="connsiteY6" fmla="*/ 1386556 h 2169433"/>
                <a:gd name="connsiteX0" fmla="*/ 1 w 2666852"/>
                <a:gd name="connsiteY0" fmla="*/ 1386556 h 2169433"/>
                <a:gd name="connsiteX1" fmla="*/ 764089 w 2666852"/>
                <a:gd name="connsiteY1" fmla="*/ 603679 h 2169433"/>
                <a:gd name="connsiteX2" fmla="*/ 2559283 w 2666852"/>
                <a:gd name="connsiteY2" fmla="*/ 49515 h 2169433"/>
                <a:gd name="connsiteX3" fmla="*/ 1528176 w 2666852"/>
                <a:gd name="connsiteY3" fmla="*/ 1386556 h 2169433"/>
                <a:gd name="connsiteX4" fmla="*/ 764088 w 2666852"/>
                <a:gd name="connsiteY4" fmla="*/ 2169433 h 2169433"/>
                <a:gd name="connsiteX5" fmla="*/ 0 w 2666852"/>
                <a:gd name="connsiteY5" fmla="*/ 1386556 h 2169433"/>
                <a:gd name="connsiteX6" fmla="*/ 1 w 2666852"/>
                <a:gd name="connsiteY6" fmla="*/ 1386556 h 2169433"/>
                <a:gd name="connsiteX0" fmla="*/ 1 w 2672490"/>
                <a:gd name="connsiteY0" fmla="*/ 1381075 h 2163952"/>
                <a:gd name="connsiteX1" fmla="*/ 764089 w 2672490"/>
                <a:gd name="connsiteY1" fmla="*/ 598198 h 2163952"/>
                <a:gd name="connsiteX2" fmla="*/ 2559283 w 2672490"/>
                <a:gd name="connsiteY2" fmla="*/ 44034 h 2163952"/>
                <a:gd name="connsiteX3" fmla="*/ 1528176 w 2672490"/>
                <a:gd name="connsiteY3" fmla="*/ 1381075 h 2163952"/>
                <a:gd name="connsiteX4" fmla="*/ 764088 w 2672490"/>
                <a:gd name="connsiteY4" fmla="*/ 2163952 h 2163952"/>
                <a:gd name="connsiteX5" fmla="*/ 0 w 2672490"/>
                <a:gd name="connsiteY5" fmla="*/ 1381075 h 2163952"/>
                <a:gd name="connsiteX6" fmla="*/ 1 w 2672490"/>
                <a:gd name="connsiteY6" fmla="*/ 1381075 h 2163952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82 w 2686452"/>
                <a:gd name="connsiteY0" fmla="*/ 1413356 h 2196233"/>
                <a:gd name="connsiteX1" fmla="*/ 764170 w 2686452"/>
                <a:gd name="connsiteY1" fmla="*/ 630479 h 2196233"/>
                <a:gd name="connsiteX2" fmla="*/ 2559364 w 2686452"/>
                <a:gd name="connsiteY2" fmla="*/ 76315 h 2196233"/>
                <a:gd name="connsiteX3" fmla="*/ 1528257 w 2686452"/>
                <a:gd name="connsiteY3" fmla="*/ 1413356 h 2196233"/>
                <a:gd name="connsiteX4" fmla="*/ 764169 w 2686452"/>
                <a:gd name="connsiteY4" fmla="*/ 2196233 h 2196233"/>
                <a:gd name="connsiteX5" fmla="*/ 81 w 2686452"/>
                <a:gd name="connsiteY5" fmla="*/ 1413356 h 2196233"/>
                <a:gd name="connsiteX6" fmla="*/ 82 w 2686452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76948"/>
                <a:gd name="connsiteY0" fmla="*/ 1413548 h 2196425"/>
                <a:gd name="connsiteX1" fmla="*/ 764089 w 2676948"/>
                <a:gd name="connsiteY1" fmla="*/ 630671 h 2196425"/>
                <a:gd name="connsiteX2" fmla="*/ 2559283 w 2676948"/>
                <a:gd name="connsiteY2" fmla="*/ 76507 h 2196425"/>
                <a:gd name="connsiteX3" fmla="*/ 1528176 w 2676948"/>
                <a:gd name="connsiteY3" fmla="*/ 1413548 h 2196425"/>
                <a:gd name="connsiteX4" fmla="*/ 764088 w 2676948"/>
                <a:gd name="connsiteY4" fmla="*/ 2196425 h 2196425"/>
                <a:gd name="connsiteX5" fmla="*/ 0 w 2676948"/>
                <a:gd name="connsiteY5" fmla="*/ 1413548 h 2196425"/>
                <a:gd name="connsiteX6" fmla="*/ 1 w 2676948"/>
                <a:gd name="connsiteY6" fmla="*/ 1413548 h 219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6948" h="2196425">
                  <a:moveTo>
                    <a:pt x="1" y="1413548"/>
                  </a:moveTo>
                  <a:cubicBezTo>
                    <a:pt x="132655" y="1006018"/>
                    <a:pt x="312620" y="797332"/>
                    <a:pt x="764089" y="630671"/>
                  </a:cubicBezTo>
                  <a:cubicBezTo>
                    <a:pt x="1117775" y="500107"/>
                    <a:pt x="3186652" y="-235730"/>
                    <a:pt x="2559283" y="76507"/>
                  </a:cubicBezTo>
                  <a:cubicBezTo>
                    <a:pt x="1931914" y="388744"/>
                    <a:pt x="1529441" y="958188"/>
                    <a:pt x="1528176" y="1413548"/>
                  </a:cubicBezTo>
                  <a:cubicBezTo>
                    <a:pt x="1526840" y="1894290"/>
                    <a:pt x="1186082" y="2196425"/>
                    <a:pt x="764088" y="2196425"/>
                  </a:cubicBezTo>
                  <a:cubicBezTo>
                    <a:pt x="342094" y="2196425"/>
                    <a:pt x="0" y="1845919"/>
                    <a:pt x="0" y="1413548"/>
                  </a:cubicBezTo>
                  <a:lnTo>
                    <a:pt x="1" y="1413548"/>
                  </a:lnTo>
                  <a:close/>
                </a:path>
              </a:pathLst>
            </a:custGeom>
            <a:solidFill>
              <a:srgbClr val="8EC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泪滴形 6"/>
            <p:cNvSpPr/>
            <p:nvPr/>
          </p:nvSpPr>
          <p:spPr>
            <a:xfrm rot="2507800">
              <a:off x="328083" y="3052089"/>
              <a:ext cx="1196048" cy="1085101"/>
            </a:xfrm>
            <a:custGeom>
              <a:avLst/>
              <a:gdLst>
                <a:gd name="connsiteX0" fmla="*/ 0 w 1528175"/>
                <a:gd name="connsiteY0" fmla="*/ 782877 h 1565754"/>
                <a:gd name="connsiteX1" fmla="*/ 764088 w 1528175"/>
                <a:gd name="connsiteY1" fmla="*/ 0 h 1565754"/>
                <a:gd name="connsiteX2" fmla="*/ 2292263 w 1528175"/>
                <a:gd name="connsiteY2" fmla="*/ -782877 h 1565754"/>
                <a:gd name="connsiteX3" fmla="*/ 1528175 w 1528175"/>
                <a:gd name="connsiteY3" fmla="*/ 782877 h 1565754"/>
                <a:gd name="connsiteX4" fmla="*/ 764087 w 1528175"/>
                <a:gd name="connsiteY4" fmla="*/ 1565754 h 1565754"/>
                <a:gd name="connsiteX5" fmla="*/ -1 w 1528175"/>
                <a:gd name="connsiteY5" fmla="*/ 782877 h 1565754"/>
                <a:gd name="connsiteX6" fmla="*/ 0 w 1528175"/>
                <a:gd name="connsiteY6" fmla="*/ 782877 h 1565754"/>
                <a:gd name="connsiteX0" fmla="*/ 1 w 2385797"/>
                <a:gd name="connsiteY0" fmla="*/ 1668191 h 2451068"/>
                <a:gd name="connsiteX1" fmla="*/ 764089 w 2385797"/>
                <a:gd name="connsiteY1" fmla="*/ 885314 h 2451068"/>
                <a:gd name="connsiteX2" fmla="*/ 2292264 w 2385797"/>
                <a:gd name="connsiteY2" fmla="*/ 102437 h 2451068"/>
                <a:gd name="connsiteX3" fmla="*/ 1528176 w 2385797"/>
                <a:gd name="connsiteY3" fmla="*/ 1668191 h 2451068"/>
                <a:gd name="connsiteX4" fmla="*/ 764088 w 2385797"/>
                <a:gd name="connsiteY4" fmla="*/ 2451068 h 2451068"/>
                <a:gd name="connsiteX5" fmla="*/ 0 w 2385797"/>
                <a:gd name="connsiteY5" fmla="*/ 1668191 h 2451068"/>
                <a:gd name="connsiteX6" fmla="*/ 1 w 2385797"/>
                <a:gd name="connsiteY6" fmla="*/ 1668191 h 2451068"/>
                <a:gd name="connsiteX0" fmla="*/ 1 w 2364203"/>
                <a:gd name="connsiteY0" fmla="*/ 1643320 h 2426197"/>
                <a:gd name="connsiteX1" fmla="*/ 764089 w 2364203"/>
                <a:gd name="connsiteY1" fmla="*/ 860443 h 2426197"/>
                <a:gd name="connsiteX2" fmla="*/ 2292264 w 2364203"/>
                <a:gd name="connsiteY2" fmla="*/ 77566 h 2426197"/>
                <a:gd name="connsiteX3" fmla="*/ 1528176 w 2364203"/>
                <a:gd name="connsiteY3" fmla="*/ 1643320 h 2426197"/>
                <a:gd name="connsiteX4" fmla="*/ 764088 w 2364203"/>
                <a:gd name="connsiteY4" fmla="*/ 2426197 h 2426197"/>
                <a:gd name="connsiteX5" fmla="*/ 0 w 2364203"/>
                <a:gd name="connsiteY5" fmla="*/ 1643320 h 2426197"/>
                <a:gd name="connsiteX6" fmla="*/ 1 w 2364203"/>
                <a:gd name="connsiteY6" fmla="*/ 1643320 h 2426197"/>
                <a:gd name="connsiteX0" fmla="*/ 1 w 2492878"/>
                <a:gd name="connsiteY0" fmla="*/ 1512085 h 2294962"/>
                <a:gd name="connsiteX1" fmla="*/ 764089 w 2492878"/>
                <a:gd name="connsiteY1" fmla="*/ 729208 h 2294962"/>
                <a:gd name="connsiteX2" fmla="*/ 2429558 w 2492878"/>
                <a:gd name="connsiteY2" fmla="*/ 105199 h 2294962"/>
                <a:gd name="connsiteX3" fmla="*/ 1528176 w 2492878"/>
                <a:gd name="connsiteY3" fmla="*/ 1512085 h 2294962"/>
                <a:gd name="connsiteX4" fmla="*/ 764088 w 2492878"/>
                <a:gd name="connsiteY4" fmla="*/ 2294962 h 2294962"/>
                <a:gd name="connsiteX5" fmla="*/ 0 w 2492878"/>
                <a:gd name="connsiteY5" fmla="*/ 1512085 h 2294962"/>
                <a:gd name="connsiteX6" fmla="*/ 1 w 2492878"/>
                <a:gd name="connsiteY6" fmla="*/ 1512085 h 2294962"/>
                <a:gd name="connsiteX0" fmla="*/ 1 w 2542271"/>
                <a:gd name="connsiteY0" fmla="*/ 1452676 h 2235553"/>
                <a:gd name="connsiteX1" fmla="*/ 764089 w 2542271"/>
                <a:gd name="connsiteY1" fmla="*/ 669799 h 2235553"/>
                <a:gd name="connsiteX2" fmla="*/ 2429558 w 2542271"/>
                <a:gd name="connsiteY2" fmla="*/ 45790 h 2235553"/>
                <a:gd name="connsiteX3" fmla="*/ 1528176 w 2542271"/>
                <a:gd name="connsiteY3" fmla="*/ 1452676 h 2235553"/>
                <a:gd name="connsiteX4" fmla="*/ 764088 w 2542271"/>
                <a:gd name="connsiteY4" fmla="*/ 2235553 h 2235553"/>
                <a:gd name="connsiteX5" fmla="*/ 0 w 2542271"/>
                <a:gd name="connsiteY5" fmla="*/ 1452676 h 2235553"/>
                <a:gd name="connsiteX6" fmla="*/ 1 w 2542271"/>
                <a:gd name="connsiteY6" fmla="*/ 1452676 h 2235553"/>
                <a:gd name="connsiteX0" fmla="*/ 1 w 2542271"/>
                <a:gd name="connsiteY0" fmla="*/ 1452676 h 2235553"/>
                <a:gd name="connsiteX1" fmla="*/ 764089 w 2542271"/>
                <a:gd name="connsiteY1" fmla="*/ 669799 h 2235553"/>
                <a:gd name="connsiteX2" fmla="*/ 2429558 w 2542271"/>
                <a:gd name="connsiteY2" fmla="*/ 45790 h 2235553"/>
                <a:gd name="connsiteX3" fmla="*/ 1528176 w 2542271"/>
                <a:gd name="connsiteY3" fmla="*/ 1452676 h 2235553"/>
                <a:gd name="connsiteX4" fmla="*/ 764088 w 2542271"/>
                <a:gd name="connsiteY4" fmla="*/ 2235553 h 2235553"/>
                <a:gd name="connsiteX5" fmla="*/ 0 w 2542271"/>
                <a:gd name="connsiteY5" fmla="*/ 1452676 h 2235553"/>
                <a:gd name="connsiteX6" fmla="*/ 1 w 2542271"/>
                <a:gd name="connsiteY6" fmla="*/ 1452676 h 2235553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2759"/>
                <a:gd name="connsiteY0" fmla="*/ 1451651 h 2234528"/>
                <a:gd name="connsiteX1" fmla="*/ 764089 w 2542759"/>
                <a:gd name="connsiteY1" fmla="*/ 668774 h 2234528"/>
                <a:gd name="connsiteX2" fmla="*/ 2429558 w 2542759"/>
                <a:gd name="connsiteY2" fmla="*/ 44765 h 2234528"/>
                <a:gd name="connsiteX3" fmla="*/ 1528176 w 2542759"/>
                <a:gd name="connsiteY3" fmla="*/ 1451651 h 2234528"/>
                <a:gd name="connsiteX4" fmla="*/ 764088 w 2542759"/>
                <a:gd name="connsiteY4" fmla="*/ 2234528 h 2234528"/>
                <a:gd name="connsiteX5" fmla="*/ 0 w 2542759"/>
                <a:gd name="connsiteY5" fmla="*/ 1451651 h 2234528"/>
                <a:gd name="connsiteX6" fmla="*/ 1 w 2542759"/>
                <a:gd name="connsiteY6" fmla="*/ 1451651 h 2234528"/>
                <a:gd name="connsiteX0" fmla="*/ 1 w 2545530"/>
                <a:gd name="connsiteY0" fmla="*/ 1449117 h 2231994"/>
                <a:gd name="connsiteX1" fmla="*/ 764089 w 2545530"/>
                <a:gd name="connsiteY1" fmla="*/ 666240 h 2231994"/>
                <a:gd name="connsiteX2" fmla="*/ 2429558 w 2545530"/>
                <a:gd name="connsiteY2" fmla="*/ 42231 h 2231994"/>
                <a:gd name="connsiteX3" fmla="*/ 1528176 w 2545530"/>
                <a:gd name="connsiteY3" fmla="*/ 1449117 h 2231994"/>
                <a:gd name="connsiteX4" fmla="*/ 764088 w 2545530"/>
                <a:gd name="connsiteY4" fmla="*/ 2231994 h 2231994"/>
                <a:gd name="connsiteX5" fmla="*/ 0 w 2545530"/>
                <a:gd name="connsiteY5" fmla="*/ 1449117 h 2231994"/>
                <a:gd name="connsiteX6" fmla="*/ 1 w 2545530"/>
                <a:gd name="connsiteY6" fmla="*/ 1449117 h 2231994"/>
                <a:gd name="connsiteX0" fmla="*/ 1 w 2666852"/>
                <a:gd name="connsiteY0" fmla="*/ 1386556 h 2169433"/>
                <a:gd name="connsiteX1" fmla="*/ 764089 w 2666852"/>
                <a:gd name="connsiteY1" fmla="*/ 603679 h 2169433"/>
                <a:gd name="connsiteX2" fmla="*/ 2559283 w 2666852"/>
                <a:gd name="connsiteY2" fmla="*/ 49515 h 2169433"/>
                <a:gd name="connsiteX3" fmla="*/ 1528176 w 2666852"/>
                <a:gd name="connsiteY3" fmla="*/ 1386556 h 2169433"/>
                <a:gd name="connsiteX4" fmla="*/ 764088 w 2666852"/>
                <a:gd name="connsiteY4" fmla="*/ 2169433 h 2169433"/>
                <a:gd name="connsiteX5" fmla="*/ 0 w 2666852"/>
                <a:gd name="connsiteY5" fmla="*/ 1386556 h 2169433"/>
                <a:gd name="connsiteX6" fmla="*/ 1 w 2666852"/>
                <a:gd name="connsiteY6" fmla="*/ 1386556 h 2169433"/>
                <a:gd name="connsiteX0" fmla="*/ 1 w 2666852"/>
                <a:gd name="connsiteY0" fmla="*/ 1386556 h 2169433"/>
                <a:gd name="connsiteX1" fmla="*/ 764089 w 2666852"/>
                <a:gd name="connsiteY1" fmla="*/ 603679 h 2169433"/>
                <a:gd name="connsiteX2" fmla="*/ 2559283 w 2666852"/>
                <a:gd name="connsiteY2" fmla="*/ 49515 h 2169433"/>
                <a:gd name="connsiteX3" fmla="*/ 1528176 w 2666852"/>
                <a:gd name="connsiteY3" fmla="*/ 1386556 h 2169433"/>
                <a:gd name="connsiteX4" fmla="*/ 764088 w 2666852"/>
                <a:gd name="connsiteY4" fmla="*/ 2169433 h 2169433"/>
                <a:gd name="connsiteX5" fmla="*/ 0 w 2666852"/>
                <a:gd name="connsiteY5" fmla="*/ 1386556 h 2169433"/>
                <a:gd name="connsiteX6" fmla="*/ 1 w 2666852"/>
                <a:gd name="connsiteY6" fmla="*/ 1386556 h 2169433"/>
                <a:gd name="connsiteX0" fmla="*/ 1 w 2672490"/>
                <a:gd name="connsiteY0" fmla="*/ 1381075 h 2163952"/>
                <a:gd name="connsiteX1" fmla="*/ 764089 w 2672490"/>
                <a:gd name="connsiteY1" fmla="*/ 598198 h 2163952"/>
                <a:gd name="connsiteX2" fmla="*/ 2559283 w 2672490"/>
                <a:gd name="connsiteY2" fmla="*/ 44034 h 2163952"/>
                <a:gd name="connsiteX3" fmla="*/ 1528176 w 2672490"/>
                <a:gd name="connsiteY3" fmla="*/ 1381075 h 2163952"/>
                <a:gd name="connsiteX4" fmla="*/ 764088 w 2672490"/>
                <a:gd name="connsiteY4" fmla="*/ 2163952 h 2163952"/>
                <a:gd name="connsiteX5" fmla="*/ 0 w 2672490"/>
                <a:gd name="connsiteY5" fmla="*/ 1381075 h 2163952"/>
                <a:gd name="connsiteX6" fmla="*/ 1 w 2672490"/>
                <a:gd name="connsiteY6" fmla="*/ 1381075 h 2163952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82 w 2686452"/>
                <a:gd name="connsiteY0" fmla="*/ 1413356 h 2196233"/>
                <a:gd name="connsiteX1" fmla="*/ 764170 w 2686452"/>
                <a:gd name="connsiteY1" fmla="*/ 630479 h 2196233"/>
                <a:gd name="connsiteX2" fmla="*/ 2559364 w 2686452"/>
                <a:gd name="connsiteY2" fmla="*/ 76315 h 2196233"/>
                <a:gd name="connsiteX3" fmla="*/ 1528257 w 2686452"/>
                <a:gd name="connsiteY3" fmla="*/ 1413356 h 2196233"/>
                <a:gd name="connsiteX4" fmla="*/ 764169 w 2686452"/>
                <a:gd name="connsiteY4" fmla="*/ 2196233 h 2196233"/>
                <a:gd name="connsiteX5" fmla="*/ 81 w 2686452"/>
                <a:gd name="connsiteY5" fmla="*/ 1413356 h 2196233"/>
                <a:gd name="connsiteX6" fmla="*/ 82 w 2686452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86371"/>
                <a:gd name="connsiteY0" fmla="*/ 1413356 h 2196233"/>
                <a:gd name="connsiteX1" fmla="*/ 764089 w 2686371"/>
                <a:gd name="connsiteY1" fmla="*/ 630479 h 2196233"/>
                <a:gd name="connsiteX2" fmla="*/ 2559283 w 2686371"/>
                <a:gd name="connsiteY2" fmla="*/ 76315 h 2196233"/>
                <a:gd name="connsiteX3" fmla="*/ 1528176 w 2686371"/>
                <a:gd name="connsiteY3" fmla="*/ 1413356 h 2196233"/>
                <a:gd name="connsiteX4" fmla="*/ 764088 w 2686371"/>
                <a:gd name="connsiteY4" fmla="*/ 2196233 h 2196233"/>
                <a:gd name="connsiteX5" fmla="*/ 0 w 2686371"/>
                <a:gd name="connsiteY5" fmla="*/ 1413356 h 2196233"/>
                <a:gd name="connsiteX6" fmla="*/ 1 w 2686371"/>
                <a:gd name="connsiteY6" fmla="*/ 1413356 h 2196233"/>
                <a:gd name="connsiteX0" fmla="*/ 1 w 2676948"/>
                <a:gd name="connsiteY0" fmla="*/ 1413548 h 2196425"/>
                <a:gd name="connsiteX1" fmla="*/ 764089 w 2676948"/>
                <a:gd name="connsiteY1" fmla="*/ 630671 h 2196425"/>
                <a:gd name="connsiteX2" fmla="*/ 2559283 w 2676948"/>
                <a:gd name="connsiteY2" fmla="*/ 76507 h 2196425"/>
                <a:gd name="connsiteX3" fmla="*/ 1528176 w 2676948"/>
                <a:gd name="connsiteY3" fmla="*/ 1413548 h 2196425"/>
                <a:gd name="connsiteX4" fmla="*/ 764088 w 2676948"/>
                <a:gd name="connsiteY4" fmla="*/ 2196425 h 2196425"/>
                <a:gd name="connsiteX5" fmla="*/ 0 w 2676948"/>
                <a:gd name="connsiteY5" fmla="*/ 1413548 h 2196425"/>
                <a:gd name="connsiteX6" fmla="*/ 1 w 2676948"/>
                <a:gd name="connsiteY6" fmla="*/ 1413548 h 219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6948" h="2196425">
                  <a:moveTo>
                    <a:pt x="1" y="1413548"/>
                  </a:moveTo>
                  <a:cubicBezTo>
                    <a:pt x="132655" y="1006018"/>
                    <a:pt x="312620" y="797332"/>
                    <a:pt x="764089" y="630671"/>
                  </a:cubicBezTo>
                  <a:cubicBezTo>
                    <a:pt x="1117775" y="500107"/>
                    <a:pt x="3186652" y="-235730"/>
                    <a:pt x="2559283" y="76507"/>
                  </a:cubicBezTo>
                  <a:cubicBezTo>
                    <a:pt x="1931914" y="388744"/>
                    <a:pt x="1529441" y="958188"/>
                    <a:pt x="1528176" y="1413548"/>
                  </a:cubicBezTo>
                  <a:cubicBezTo>
                    <a:pt x="1526840" y="1894290"/>
                    <a:pt x="1186082" y="2196425"/>
                    <a:pt x="764088" y="2196425"/>
                  </a:cubicBezTo>
                  <a:cubicBezTo>
                    <a:pt x="342094" y="2196425"/>
                    <a:pt x="0" y="1845919"/>
                    <a:pt x="0" y="1413548"/>
                  </a:cubicBezTo>
                  <a:lnTo>
                    <a:pt x="1" y="1413548"/>
                  </a:lnTo>
                  <a:close/>
                </a:path>
              </a:pathLst>
            </a:custGeom>
            <a:solidFill>
              <a:srgbClr val="8EC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2421825" y="3618988"/>
              <a:ext cx="1606629" cy="1606629"/>
              <a:chOff x="2384247" y="3681618"/>
              <a:chExt cx="1606629" cy="1606629"/>
            </a:xfrm>
          </p:grpSpPr>
          <p:sp>
            <p:nvSpPr>
              <p:cNvPr id="34" name="椭圆 33"/>
              <p:cNvSpPr>
                <a:spLocks noChangeAspect="1"/>
              </p:cNvSpPr>
              <p:nvPr/>
            </p:nvSpPr>
            <p:spPr bwMode="auto">
              <a:xfrm>
                <a:off x="2384247" y="3681618"/>
                <a:ext cx="1606629" cy="1606629"/>
              </a:xfrm>
              <a:prstGeom prst="ellipse">
                <a:avLst/>
              </a:prstGeom>
              <a:solidFill>
                <a:srgbClr val="2FA9D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scene3d>
                <a:camera prst="orthographicFront"/>
                <a:lightRig rig="threePt" dir="t"/>
              </a:scene3d>
              <a:sp3d>
                <a:contourClr>
                  <a:srgbClr val="B2B2B2"/>
                </a:contourClr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Heiti SC Light" charset="0"/>
                  <a:cs typeface="Heiti SC Light" charset="0"/>
                  <a:sym typeface="Calibri" panose="020F0502020204030204" pitchFamily="34" charset="0"/>
                </a:endParaRPr>
              </a:p>
            </p:txBody>
          </p:sp>
          <p:sp>
            <p:nvSpPr>
              <p:cNvPr id="46" name="椭圆 45"/>
              <p:cNvSpPr>
                <a:spLocks noChangeAspect="1"/>
              </p:cNvSpPr>
              <p:nvPr/>
            </p:nvSpPr>
            <p:spPr bwMode="auto">
              <a:xfrm>
                <a:off x="2685927" y="3768445"/>
                <a:ext cx="1188000" cy="1188000"/>
              </a:xfrm>
              <a:prstGeom prst="ellipse">
                <a:avLst/>
              </a:prstGeom>
              <a:gradFill>
                <a:gsLst>
                  <a:gs pos="51000">
                    <a:srgbClr val="DDDDDD"/>
                  </a:gs>
                  <a:gs pos="1000">
                    <a:srgbClr val="ECECEC"/>
                  </a:gs>
                  <a:gs pos="100000">
                    <a:srgbClr val="B2B2B2"/>
                  </a:gs>
                </a:gsLst>
                <a:path path="circle">
                  <a:fillToRect t="100000" r="100000"/>
                </a:path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139700" dist="889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0650" h="25400" prst="softRound"/>
                <a:contourClr>
                  <a:srgbClr val="B2B2B2"/>
                </a:contourClr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Heiti SC Light" charset="0"/>
                  <a:cs typeface="Heiti SC Light" charset="0"/>
                  <a:sym typeface="Calibri" panose="020F0502020204030204" pitchFamily="34" charset="0"/>
                </a:endParaRPr>
              </a:p>
            </p:txBody>
          </p:sp>
        </p:grpSp>
        <p:sp>
          <p:nvSpPr>
            <p:cNvPr id="47" name="椭圆 46"/>
            <p:cNvSpPr>
              <a:spLocks noChangeAspect="1"/>
            </p:cNvSpPr>
            <p:nvPr/>
          </p:nvSpPr>
          <p:spPr bwMode="auto">
            <a:xfrm>
              <a:off x="1756277" y="2242489"/>
              <a:ext cx="1188000" cy="1188000"/>
            </a:xfrm>
            <a:prstGeom prst="ellipse">
              <a:avLst/>
            </a:prstGeom>
            <a:gradFill>
              <a:gsLst>
                <a:gs pos="51000">
                  <a:srgbClr val="DDDDDD"/>
                </a:gs>
                <a:gs pos="1000">
                  <a:srgbClr val="ECECEC"/>
                </a:gs>
                <a:gs pos="100000">
                  <a:srgbClr val="B2B2B2"/>
                </a:gs>
              </a:gsLst>
              <a:path path="circle">
                <a:fillToRect t="100000" r="100000"/>
              </a:path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889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20650" h="25400" prst="softRound"/>
              <a:contourClr>
                <a:srgbClr val="B2B2B2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sp>
          <p:nvSpPr>
            <p:cNvPr id="48" name="椭圆 47"/>
            <p:cNvSpPr>
              <a:spLocks noChangeAspect="1"/>
            </p:cNvSpPr>
            <p:nvPr/>
          </p:nvSpPr>
          <p:spPr bwMode="auto">
            <a:xfrm>
              <a:off x="3211594" y="2579336"/>
              <a:ext cx="508636" cy="508636"/>
            </a:xfrm>
            <a:prstGeom prst="ellipse">
              <a:avLst/>
            </a:prstGeom>
            <a:gradFill>
              <a:gsLst>
                <a:gs pos="51000">
                  <a:srgbClr val="DDDDDD"/>
                </a:gs>
                <a:gs pos="1000">
                  <a:srgbClr val="ECECEC"/>
                </a:gs>
                <a:gs pos="100000">
                  <a:srgbClr val="B2B2B2"/>
                </a:gs>
              </a:gsLst>
              <a:path path="circle">
                <a:fillToRect t="100000" r="100000"/>
              </a:path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889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20650" h="25400" prst="softRound"/>
              <a:contourClr>
                <a:srgbClr val="B2B2B2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988183" y="4480952"/>
              <a:ext cx="1085101" cy="1196048"/>
              <a:chOff x="1925553" y="4543582"/>
              <a:chExt cx="1085101" cy="1196048"/>
            </a:xfrm>
          </p:grpSpPr>
          <p:sp>
            <p:nvSpPr>
              <p:cNvPr id="44" name="泪滴形 6"/>
              <p:cNvSpPr/>
              <p:nvPr/>
            </p:nvSpPr>
            <p:spPr>
              <a:xfrm rot="18055515">
                <a:off x="1870080" y="4599055"/>
                <a:ext cx="1196048" cy="1085101"/>
              </a:xfrm>
              <a:custGeom>
                <a:avLst/>
                <a:gdLst>
                  <a:gd name="connsiteX0" fmla="*/ 0 w 1528175"/>
                  <a:gd name="connsiteY0" fmla="*/ 782877 h 1565754"/>
                  <a:gd name="connsiteX1" fmla="*/ 764088 w 1528175"/>
                  <a:gd name="connsiteY1" fmla="*/ 0 h 1565754"/>
                  <a:gd name="connsiteX2" fmla="*/ 2292263 w 1528175"/>
                  <a:gd name="connsiteY2" fmla="*/ -782877 h 1565754"/>
                  <a:gd name="connsiteX3" fmla="*/ 1528175 w 1528175"/>
                  <a:gd name="connsiteY3" fmla="*/ 782877 h 1565754"/>
                  <a:gd name="connsiteX4" fmla="*/ 764087 w 1528175"/>
                  <a:gd name="connsiteY4" fmla="*/ 1565754 h 1565754"/>
                  <a:gd name="connsiteX5" fmla="*/ -1 w 1528175"/>
                  <a:gd name="connsiteY5" fmla="*/ 782877 h 1565754"/>
                  <a:gd name="connsiteX6" fmla="*/ 0 w 1528175"/>
                  <a:gd name="connsiteY6" fmla="*/ 782877 h 1565754"/>
                  <a:gd name="connsiteX0" fmla="*/ 1 w 2385797"/>
                  <a:gd name="connsiteY0" fmla="*/ 1668191 h 2451068"/>
                  <a:gd name="connsiteX1" fmla="*/ 764089 w 2385797"/>
                  <a:gd name="connsiteY1" fmla="*/ 885314 h 2451068"/>
                  <a:gd name="connsiteX2" fmla="*/ 2292264 w 2385797"/>
                  <a:gd name="connsiteY2" fmla="*/ 102437 h 2451068"/>
                  <a:gd name="connsiteX3" fmla="*/ 1528176 w 2385797"/>
                  <a:gd name="connsiteY3" fmla="*/ 1668191 h 2451068"/>
                  <a:gd name="connsiteX4" fmla="*/ 764088 w 2385797"/>
                  <a:gd name="connsiteY4" fmla="*/ 2451068 h 2451068"/>
                  <a:gd name="connsiteX5" fmla="*/ 0 w 2385797"/>
                  <a:gd name="connsiteY5" fmla="*/ 1668191 h 2451068"/>
                  <a:gd name="connsiteX6" fmla="*/ 1 w 2385797"/>
                  <a:gd name="connsiteY6" fmla="*/ 1668191 h 2451068"/>
                  <a:gd name="connsiteX0" fmla="*/ 1 w 2364203"/>
                  <a:gd name="connsiteY0" fmla="*/ 1643320 h 2426197"/>
                  <a:gd name="connsiteX1" fmla="*/ 764089 w 2364203"/>
                  <a:gd name="connsiteY1" fmla="*/ 860443 h 2426197"/>
                  <a:gd name="connsiteX2" fmla="*/ 2292264 w 2364203"/>
                  <a:gd name="connsiteY2" fmla="*/ 77566 h 2426197"/>
                  <a:gd name="connsiteX3" fmla="*/ 1528176 w 2364203"/>
                  <a:gd name="connsiteY3" fmla="*/ 1643320 h 2426197"/>
                  <a:gd name="connsiteX4" fmla="*/ 764088 w 2364203"/>
                  <a:gd name="connsiteY4" fmla="*/ 2426197 h 2426197"/>
                  <a:gd name="connsiteX5" fmla="*/ 0 w 2364203"/>
                  <a:gd name="connsiteY5" fmla="*/ 1643320 h 2426197"/>
                  <a:gd name="connsiteX6" fmla="*/ 1 w 2364203"/>
                  <a:gd name="connsiteY6" fmla="*/ 1643320 h 2426197"/>
                  <a:gd name="connsiteX0" fmla="*/ 1 w 2492878"/>
                  <a:gd name="connsiteY0" fmla="*/ 1512085 h 2294962"/>
                  <a:gd name="connsiteX1" fmla="*/ 764089 w 2492878"/>
                  <a:gd name="connsiteY1" fmla="*/ 729208 h 2294962"/>
                  <a:gd name="connsiteX2" fmla="*/ 2429558 w 2492878"/>
                  <a:gd name="connsiteY2" fmla="*/ 105199 h 2294962"/>
                  <a:gd name="connsiteX3" fmla="*/ 1528176 w 2492878"/>
                  <a:gd name="connsiteY3" fmla="*/ 1512085 h 2294962"/>
                  <a:gd name="connsiteX4" fmla="*/ 764088 w 2492878"/>
                  <a:gd name="connsiteY4" fmla="*/ 2294962 h 2294962"/>
                  <a:gd name="connsiteX5" fmla="*/ 0 w 2492878"/>
                  <a:gd name="connsiteY5" fmla="*/ 1512085 h 2294962"/>
                  <a:gd name="connsiteX6" fmla="*/ 1 w 2492878"/>
                  <a:gd name="connsiteY6" fmla="*/ 1512085 h 2294962"/>
                  <a:gd name="connsiteX0" fmla="*/ 1 w 2542271"/>
                  <a:gd name="connsiteY0" fmla="*/ 1452676 h 2235553"/>
                  <a:gd name="connsiteX1" fmla="*/ 764089 w 2542271"/>
                  <a:gd name="connsiteY1" fmla="*/ 669799 h 2235553"/>
                  <a:gd name="connsiteX2" fmla="*/ 2429558 w 2542271"/>
                  <a:gd name="connsiteY2" fmla="*/ 45790 h 2235553"/>
                  <a:gd name="connsiteX3" fmla="*/ 1528176 w 2542271"/>
                  <a:gd name="connsiteY3" fmla="*/ 1452676 h 2235553"/>
                  <a:gd name="connsiteX4" fmla="*/ 764088 w 2542271"/>
                  <a:gd name="connsiteY4" fmla="*/ 2235553 h 2235553"/>
                  <a:gd name="connsiteX5" fmla="*/ 0 w 2542271"/>
                  <a:gd name="connsiteY5" fmla="*/ 1452676 h 2235553"/>
                  <a:gd name="connsiteX6" fmla="*/ 1 w 2542271"/>
                  <a:gd name="connsiteY6" fmla="*/ 1452676 h 2235553"/>
                  <a:gd name="connsiteX0" fmla="*/ 1 w 2542271"/>
                  <a:gd name="connsiteY0" fmla="*/ 1452676 h 2235553"/>
                  <a:gd name="connsiteX1" fmla="*/ 764089 w 2542271"/>
                  <a:gd name="connsiteY1" fmla="*/ 669799 h 2235553"/>
                  <a:gd name="connsiteX2" fmla="*/ 2429558 w 2542271"/>
                  <a:gd name="connsiteY2" fmla="*/ 45790 h 2235553"/>
                  <a:gd name="connsiteX3" fmla="*/ 1528176 w 2542271"/>
                  <a:gd name="connsiteY3" fmla="*/ 1452676 h 2235553"/>
                  <a:gd name="connsiteX4" fmla="*/ 764088 w 2542271"/>
                  <a:gd name="connsiteY4" fmla="*/ 2235553 h 2235553"/>
                  <a:gd name="connsiteX5" fmla="*/ 0 w 2542271"/>
                  <a:gd name="connsiteY5" fmla="*/ 1452676 h 2235553"/>
                  <a:gd name="connsiteX6" fmla="*/ 1 w 2542271"/>
                  <a:gd name="connsiteY6" fmla="*/ 1452676 h 2235553"/>
                  <a:gd name="connsiteX0" fmla="*/ 1 w 2542759"/>
                  <a:gd name="connsiteY0" fmla="*/ 1451651 h 2234528"/>
                  <a:gd name="connsiteX1" fmla="*/ 764089 w 2542759"/>
                  <a:gd name="connsiteY1" fmla="*/ 668774 h 2234528"/>
                  <a:gd name="connsiteX2" fmla="*/ 2429558 w 2542759"/>
                  <a:gd name="connsiteY2" fmla="*/ 44765 h 2234528"/>
                  <a:gd name="connsiteX3" fmla="*/ 1528176 w 2542759"/>
                  <a:gd name="connsiteY3" fmla="*/ 1451651 h 2234528"/>
                  <a:gd name="connsiteX4" fmla="*/ 764088 w 2542759"/>
                  <a:gd name="connsiteY4" fmla="*/ 2234528 h 2234528"/>
                  <a:gd name="connsiteX5" fmla="*/ 0 w 2542759"/>
                  <a:gd name="connsiteY5" fmla="*/ 1451651 h 2234528"/>
                  <a:gd name="connsiteX6" fmla="*/ 1 w 2542759"/>
                  <a:gd name="connsiteY6" fmla="*/ 1451651 h 2234528"/>
                  <a:gd name="connsiteX0" fmla="*/ 1 w 2542759"/>
                  <a:gd name="connsiteY0" fmla="*/ 1451651 h 2234528"/>
                  <a:gd name="connsiteX1" fmla="*/ 764089 w 2542759"/>
                  <a:gd name="connsiteY1" fmla="*/ 668774 h 2234528"/>
                  <a:gd name="connsiteX2" fmla="*/ 2429558 w 2542759"/>
                  <a:gd name="connsiteY2" fmla="*/ 44765 h 2234528"/>
                  <a:gd name="connsiteX3" fmla="*/ 1528176 w 2542759"/>
                  <a:gd name="connsiteY3" fmla="*/ 1451651 h 2234528"/>
                  <a:gd name="connsiteX4" fmla="*/ 764088 w 2542759"/>
                  <a:gd name="connsiteY4" fmla="*/ 2234528 h 2234528"/>
                  <a:gd name="connsiteX5" fmla="*/ 0 w 2542759"/>
                  <a:gd name="connsiteY5" fmla="*/ 1451651 h 2234528"/>
                  <a:gd name="connsiteX6" fmla="*/ 1 w 2542759"/>
                  <a:gd name="connsiteY6" fmla="*/ 1451651 h 2234528"/>
                  <a:gd name="connsiteX0" fmla="*/ 1 w 2542759"/>
                  <a:gd name="connsiteY0" fmla="*/ 1451651 h 2234528"/>
                  <a:gd name="connsiteX1" fmla="*/ 764089 w 2542759"/>
                  <a:gd name="connsiteY1" fmla="*/ 668774 h 2234528"/>
                  <a:gd name="connsiteX2" fmla="*/ 2429558 w 2542759"/>
                  <a:gd name="connsiteY2" fmla="*/ 44765 h 2234528"/>
                  <a:gd name="connsiteX3" fmla="*/ 1528176 w 2542759"/>
                  <a:gd name="connsiteY3" fmla="*/ 1451651 h 2234528"/>
                  <a:gd name="connsiteX4" fmla="*/ 764088 w 2542759"/>
                  <a:gd name="connsiteY4" fmla="*/ 2234528 h 2234528"/>
                  <a:gd name="connsiteX5" fmla="*/ 0 w 2542759"/>
                  <a:gd name="connsiteY5" fmla="*/ 1451651 h 2234528"/>
                  <a:gd name="connsiteX6" fmla="*/ 1 w 2542759"/>
                  <a:gd name="connsiteY6" fmla="*/ 1451651 h 2234528"/>
                  <a:gd name="connsiteX0" fmla="*/ 1 w 2542759"/>
                  <a:gd name="connsiteY0" fmla="*/ 1451651 h 2234528"/>
                  <a:gd name="connsiteX1" fmla="*/ 764089 w 2542759"/>
                  <a:gd name="connsiteY1" fmla="*/ 668774 h 2234528"/>
                  <a:gd name="connsiteX2" fmla="*/ 2429558 w 2542759"/>
                  <a:gd name="connsiteY2" fmla="*/ 44765 h 2234528"/>
                  <a:gd name="connsiteX3" fmla="*/ 1528176 w 2542759"/>
                  <a:gd name="connsiteY3" fmla="*/ 1451651 h 2234528"/>
                  <a:gd name="connsiteX4" fmla="*/ 764088 w 2542759"/>
                  <a:gd name="connsiteY4" fmla="*/ 2234528 h 2234528"/>
                  <a:gd name="connsiteX5" fmla="*/ 0 w 2542759"/>
                  <a:gd name="connsiteY5" fmla="*/ 1451651 h 2234528"/>
                  <a:gd name="connsiteX6" fmla="*/ 1 w 2542759"/>
                  <a:gd name="connsiteY6" fmla="*/ 1451651 h 2234528"/>
                  <a:gd name="connsiteX0" fmla="*/ 1 w 2545530"/>
                  <a:gd name="connsiteY0" fmla="*/ 1449117 h 2231994"/>
                  <a:gd name="connsiteX1" fmla="*/ 764089 w 2545530"/>
                  <a:gd name="connsiteY1" fmla="*/ 666240 h 2231994"/>
                  <a:gd name="connsiteX2" fmla="*/ 2429558 w 2545530"/>
                  <a:gd name="connsiteY2" fmla="*/ 42231 h 2231994"/>
                  <a:gd name="connsiteX3" fmla="*/ 1528176 w 2545530"/>
                  <a:gd name="connsiteY3" fmla="*/ 1449117 h 2231994"/>
                  <a:gd name="connsiteX4" fmla="*/ 764088 w 2545530"/>
                  <a:gd name="connsiteY4" fmla="*/ 2231994 h 2231994"/>
                  <a:gd name="connsiteX5" fmla="*/ 0 w 2545530"/>
                  <a:gd name="connsiteY5" fmla="*/ 1449117 h 2231994"/>
                  <a:gd name="connsiteX6" fmla="*/ 1 w 2545530"/>
                  <a:gd name="connsiteY6" fmla="*/ 1449117 h 2231994"/>
                  <a:gd name="connsiteX0" fmla="*/ 1 w 2666852"/>
                  <a:gd name="connsiteY0" fmla="*/ 1386556 h 2169433"/>
                  <a:gd name="connsiteX1" fmla="*/ 764089 w 2666852"/>
                  <a:gd name="connsiteY1" fmla="*/ 603679 h 2169433"/>
                  <a:gd name="connsiteX2" fmla="*/ 2559283 w 2666852"/>
                  <a:gd name="connsiteY2" fmla="*/ 49515 h 2169433"/>
                  <a:gd name="connsiteX3" fmla="*/ 1528176 w 2666852"/>
                  <a:gd name="connsiteY3" fmla="*/ 1386556 h 2169433"/>
                  <a:gd name="connsiteX4" fmla="*/ 764088 w 2666852"/>
                  <a:gd name="connsiteY4" fmla="*/ 2169433 h 2169433"/>
                  <a:gd name="connsiteX5" fmla="*/ 0 w 2666852"/>
                  <a:gd name="connsiteY5" fmla="*/ 1386556 h 2169433"/>
                  <a:gd name="connsiteX6" fmla="*/ 1 w 2666852"/>
                  <a:gd name="connsiteY6" fmla="*/ 1386556 h 2169433"/>
                  <a:gd name="connsiteX0" fmla="*/ 1 w 2666852"/>
                  <a:gd name="connsiteY0" fmla="*/ 1386556 h 2169433"/>
                  <a:gd name="connsiteX1" fmla="*/ 764089 w 2666852"/>
                  <a:gd name="connsiteY1" fmla="*/ 603679 h 2169433"/>
                  <a:gd name="connsiteX2" fmla="*/ 2559283 w 2666852"/>
                  <a:gd name="connsiteY2" fmla="*/ 49515 h 2169433"/>
                  <a:gd name="connsiteX3" fmla="*/ 1528176 w 2666852"/>
                  <a:gd name="connsiteY3" fmla="*/ 1386556 h 2169433"/>
                  <a:gd name="connsiteX4" fmla="*/ 764088 w 2666852"/>
                  <a:gd name="connsiteY4" fmla="*/ 2169433 h 2169433"/>
                  <a:gd name="connsiteX5" fmla="*/ 0 w 2666852"/>
                  <a:gd name="connsiteY5" fmla="*/ 1386556 h 2169433"/>
                  <a:gd name="connsiteX6" fmla="*/ 1 w 2666852"/>
                  <a:gd name="connsiteY6" fmla="*/ 1386556 h 2169433"/>
                  <a:gd name="connsiteX0" fmla="*/ 1 w 2672490"/>
                  <a:gd name="connsiteY0" fmla="*/ 1381075 h 2163952"/>
                  <a:gd name="connsiteX1" fmla="*/ 764089 w 2672490"/>
                  <a:gd name="connsiteY1" fmla="*/ 598198 h 2163952"/>
                  <a:gd name="connsiteX2" fmla="*/ 2559283 w 2672490"/>
                  <a:gd name="connsiteY2" fmla="*/ 44034 h 2163952"/>
                  <a:gd name="connsiteX3" fmla="*/ 1528176 w 2672490"/>
                  <a:gd name="connsiteY3" fmla="*/ 1381075 h 2163952"/>
                  <a:gd name="connsiteX4" fmla="*/ 764088 w 2672490"/>
                  <a:gd name="connsiteY4" fmla="*/ 2163952 h 2163952"/>
                  <a:gd name="connsiteX5" fmla="*/ 0 w 2672490"/>
                  <a:gd name="connsiteY5" fmla="*/ 1381075 h 2163952"/>
                  <a:gd name="connsiteX6" fmla="*/ 1 w 2672490"/>
                  <a:gd name="connsiteY6" fmla="*/ 1381075 h 2163952"/>
                  <a:gd name="connsiteX0" fmla="*/ 1 w 2686371"/>
                  <a:gd name="connsiteY0" fmla="*/ 1413356 h 2196233"/>
                  <a:gd name="connsiteX1" fmla="*/ 764089 w 2686371"/>
                  <a:gd name="connsiteY1" fmla="*/ 630479 h 2196233"/>
                  <a:gd name="connsiteX2" fmla="*/ 2559283 w 2686371"/>
                  <a:gd name="connsiteY2" fmla="*/ 76315 h 2196233"/>
                  <a:gd name="connsiteX3" fmla="*/ 1528176 w 2686371"/>
                  <a:gd name="connsiteY3" fmla="*/ 1413356 h 2196233"/>
                  <a:gd name="connsiteX4" fmla="*/ 764088 w 2686371"/>
                  <a:gd name="connsiteY4" fmla="*/ 2196233 h 2196233"/>
                  <a:gd name="connsiteX5" fmla="*/ 0 w 2686371"/>
                  <a:gd name="connsiteY5" fmla="*/ 1413356 h 2196233"/>
                  <a:gd name="connsiteX6" fmla="*/ 1 w 2686371"/>
                  <a:gd name="connsiteY6" fmla="*/ 1413356 h 2196233"/>
                  <a:gd name="connsiteX0" fmla="*/ 1 w 2686371"/>
                  <a:gd name="connsiteY0" fmla="*/ 1413356 h 2196233"/>
                  <a:gd name="connsiteX1" fmla="*/ 764089 w 2686371"/>
                  <a:gd name="connsiteY1" fmla="*/ 630479 h 2196233"/>
                  <a:gd name="connsiteX2" fmla="*/ 2559283 w 2686371"/>
                  <a:gd name="connsiteY2" fmla="*/ 76315 h 2196233"/>
                  <a:gd name="connsiteX3" fmla="*/ 1528176 w 2686371"/>
                  <a:gd name="connsiteY3" fmla="*/ 1413356 h 2196233"/>
                  <a:gd name="connsiteX4" fmla="*/ 764088 w 2686371"/>
                  <a:gd name="connsiteY4" fmla="*/ 2196233 h 2196233"/>
                  <a:gd name="connsiteX5" fmla="*/ 0 w 2686371"/>
                  <a:gd name="connsiteY5" fmla="*/ 1413356 h 2196233"/>
                  <a:gd name="connsiteX6" fmla="*/ 1 w 2686371"/>
                  <a:gd name="connsiteY6" fmla="*/ 1413356 h 2196233"/>
                  <a:gd name="connsiteX0" fmla="*/ 82 w 2686452"/>
                  <a:gd name="connsiteY0" fmla="*/ 1413356 h 2196233"/>
                  <a:gd name="connsiteX1" fmla="*/ 764170 w 2686452"/>
                  <a:gd name="connsiteY1" fmla="*/ 630479 h 2196233"/>
                  <a:gd name="connsiteX2" fmla="*/ 2559364 w 2686452"/>
                  <a:gd name="connsiteY2" fmla="*/ 76315 h 2196233"/>
                  <a:gd name="connsiteX3" fmla="*/ 1528257 w 2686452"/>
                  <a:gd name="connsiteY3" fmla="*/ 1413356 h 2196233"/>
                  <a:gd name="connsiteX4" fmla="*/ 764169 w 2686452"/>
                  <a:gd name="connsiteY4" fmla="*/ 2196233 h 2196233"/>
                  <a:gd name="connsiteX5" fmla="*/ 81 w 2686452"/>
                  <a:gd name="connsiteY5" fmla="*/ 1413356 h 2196233"/>
                  <a:gd name="connsiteX6" fmla="*/ 82 w 2686452"/>
                  <a:gd name="connsiteY6" fmla="*/ 1413356 h 2196233"/>
                  <a:gd name="connsiteX0" fmla="*/ 1 w 2686371"/>
                  <a:gd name="connsiteY0" fmla="*/ 1413356 h 2196233"/>
                  <a:gd name="connsiteX1" fmla="*/ 764089 w 2686371"/>
                  <a:gd name="connsiteY1" fmla="*/ 630479 h 2196233"/>
                  <a:gd name="connsiteX2" fmla="*/ 2559283 w 2686371"/>
                  <a:gd name="connsiteY2" fmla="*/ 76315 h 2196233"/>
                  <a:gd name="connsiteX3" fmla="*/ 1528176 w 2686371"/>
                  <a:gd name="connsiteY3" fmla="*/ 1413356 h 2196233"/>
                  <a:gd name="connsiteX4" fmla="*/ 764088 w 2686371"/>
                  <a:gd name="connsiteY4" fmla="*/ 2196233 h 2196233"/>
                  <a:gd name="connsiteX5" fmla="*/ 0 w 2686371"/>
                  <a:gd name="connsiteY5" fmla="*/ 1413356 h 2196233"/>
                  <a:gd name="connsiteX6" fmla="*/ 1 w 2686371"/>
                  <a:gd name="connsiteY6" fmla="*/ 1413356 h 2196233"/>
                  <a:gd name="connsiteX0" fmla="*/ 1 w 2686371"/>
                  <a:gd name="connsiteY0" fmla="*/ 1413356 h 2196233"/>
                  <a:gd name="connsiteX1" fmla="*/ 764089 w 2686371"/>
                  <a:gd name="connsiteY1" fmla="*/ 630479 h 2196233"/>
                  <a:gd name="connsiteX2" fmla="*/ 2559283 w 2686371"/>
                  <a:gd name="connsiteY2" fmla="*/ 76315 h 2196233"/>
                  <a:gd name="connsiteX3" fmla="*/ 1528176 w 2686371"/>
                  <a:gd name="connsiteY3" fmla="*/ 1413356 h 2196233"/>
                  <a:gd name="connsiteX4" fmla="*/ 764088 w 2686371"/>
                  <a:gd name="connsiteY4" fmla="*/ 2196233 h 2196233"/>
                  <a:gd name="connsiteX5" fmla="*/ 0 w 2686371"/>
                  <a:gd name="connsiteY5" fmla="*/ 1413356 h 2196233"/>
                  <a:gd name="connsiteX6" fmla="*/ 1 w 2686371"/>
                  <a:gd name="connsiteY6" fmla="*/ 1413356 h 2196233"/>
                  <a:gd name="connsiteX0" fmla="*/ 1 w 2676948"/>
                  <a:gd name="connsiteY0" fmla="*/ 1413548 h 2196425"/>
                  <a:gd name="connsiteX1" fmla="*/ 764089 w 2676948"/>
                  <a:gd name="connsiteY1" fmla="*/ 630671 h 2196425"/>
                  <a:gd name="connsiteX2" fmla="*/ 2559283 w 2676948"/>
                  <a:gd name="connsiteY2" fmla="*/ 76507 h 2196425"/>
                  <a:gd name="connsiteX3" fmla="*/ 1528176 w 2676948"/>
                  <a:gd name="connsiteY3" fmla="*/ 1413548 h 2196425"/>
                  <a:gd name="connsiteX4" fmla="*/ 764088 w 2676948"/>
                  <a:gd name="connsiteY4" fmla="*/ 2196425 h 2196425"/>
                  <a:gd name="connsiteX5" fmla="*/ 0 w 2676948"/>
                  <a:gd name="connsiteY5" fmla="*/ 1413548 h 2196425"/>
                  <a:gd name="connsiteX6" fmla="*/ 1 w 2676948"/>
                  <a:gd name="connsiteY6" fmla="*/ 1413548 h 2196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948" h="2196425">
                    <a:moveTo>
                      <a:pt x="1" y="1413548"/>
                    </a:moveTo>
                    <a:cubicBezTo>
                      <a:pt x="132655" y="1006018"/>
                      <a:pt x="312620" y="797332"/>
                      <a:pt x="764089" y="630671"/>
                    </a:cubicBezTo>
                    <a:cubicBezTo>
                      <a:pt x="1117775" y="500107"/>
                      <a:pt x="3186652" y="-235730"/>
                      <a:pt x="2559283" y="76507"/>
                    </a:cubicBezTo>
                    <a:cubicBezTo>
                      <a:pt x="1931914" y="388744"/>
                      <a:pt x="1529441" y="958188"/>
                      <a:pt x="1528176" y="1413548"/>
                    </a:cubicBezTo>
                    <a:cubicBezTo>
                      <a:pt x="1526840" y="1894290"/>
                      <a:pt x="1186082" y="2196425"/>
                      <a:pt x="764088" y="2196425"/>
                    </a:cubicBezTo>
                    <a:cubicBezTo>
                      <a:pt x="342094" y="2196425"/>
                      <a:pt x="0" y="1845919"/>
                      <a:pt x="0" y="1413548"/>
                    </a:cubicBezTo>
                    <a:lnTo>
                      <a:pt x="1" y="1413548"/>
                    </a:lnTo>
                    <a:close/>
                  </a:path>
                </a:pathLst>
              </a:custGeom>
              <a:solidFill>
                <a:srgbClr val="8ECF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>
                <a:spLocks noChangeAspect="1"/>
              </p:cNvSpPr>
              <p:nvPr/>
            </p:nvSpPr>
            <p:spPr bwMode="auto">
              <a:xfrm>
                <a:off x="2255270" y="5198800"/>
                <a:ext cx="508636" cy="508636"/>
              </a:xfrm>
              <a:prstGeom prst="ellipse">
                <a:avLst/>
              </a:prstGeom>
              <a:gradFill>
                <a:gsLst>
                  <a:gs pos="51000">
                    <a:srgbClr val="DDDDDD"/>
                  </a:gs>
                  <a:gs pos="1000">
                    <a:srgbClr val="ECECEC"/>
                  </a:gs>
                  <a:gs pos="100000">
                    <a:srgbClr val="B2B2B2"/>
                  </a:gs>
                </a:gsLst>
                <a:path path="circle">
                  <a:fillToRect t="100000" r="100000"/>
                </a:path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139700" dist="889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0650" h="25400" prst="softRound"/>
                <a:contourClr>
                  <a:srgbClr val="B2B2B2"/>
                </a:contourClr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Heiti SC Light" charset="0"/>
                  <a:cs typeface="Heiti SC Light" charset="0"/>
                  <a:sym typeface="Calibri" panose="020F0502020204030204" pitchFamily="34" charset="0"/>
                </a:endParaRPr>
              </a:p>
            </p:txBody>
          </p:sp>
        </p:grpSp>
        <p:sp>
          <p:nvSpPr>
            <p:cNvPr id="50" name="椭圆 49"/>
            <p:cNvSpPr>
              <a:spLocks noChangeAspect="1"/>
            </p:cNvSpPr>
            <p:nvPr/>
          </p:nvSpPr>
          <p:spPr bwMode="auto">
            <a:xfrm>
              <a:off x="341004" y="3302743"/>
              <a:ext cx="508636" cy="508636"/>
            </a:xfrm>
            <a:prstGeom prst="ellipse">
              <a:avLst/>
            </a:prstGeom>
            <a:gradFill>
              <a:gsLst>
                <a:gs pos="51000">
                  <a:srgbClr val="DDDDDD"/>
                </a:gs>
                <a:gs pos="1000">
                  <a:srgbClr val="ECECEC"/>
                </a:gs>
                <a:gs pos="100000">
                  <a:srgbClr val="B2B2B2"/>
                </a:gs>
              </a:gsLst>
              <a:path path="circle">
                <a:fillToRect t="100000" r="100000"/>
              </a:path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39700" dist="889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20650" h="25400" prst="softRound"/>
              <a:contourClr>
                <a:srgbClr val="B2B2B2"/>
              </a:contourClr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Heiti SC Light" charset="0"/>
                <a:cs typeface="Heiti SC Light" charset="0"/>
                <a:sym typeface="Calibri" panose="020F0502020204030204" pitchFamily="34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261283" y="2556598"/>
              <a:ext cx="41389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34AEE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zh-CN" altLang="en-US" sz="2800" b="1" dirty="0">
                <a:solidFill>
                  <a:srgbClr val="34AE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371416" y="3287477"/>
              <a:ext cx="41389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34AEE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zh-CN" altLang="en-US" sz="2800" b="1" dirty="0">
                <a:solidFill>
                  <a:srgbClr val="34AEE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373170" y="5115737"/>
              <a:ext cx="41389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34AEE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zh-CN" altLang="en-US" sz="2800" b="1" dirty="0">
                <a:solidFill>
                  <a:srgbClr val="34AEE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0" name="KSO_Shape"/>
            <p:cNvSpPr>
              <a:spLocks noChangeAspect="1"/>
            </p:cNvSpPr>
            <p:nvPr/>
          </p:nvSpPr>
          <p:spPr>
            <a:xfrm>
              <a:off x="2993930" y="3994800"/>
              <a:ext cx="636342" cy="648226"/>
            </a:xfrm>
            <a:custGeom>
              <a:avLst/>
              <a:gdLst>
                <a:gd name="connsiteX0" fmla="*/ 150612 w 405200"/>
                <a:gd name="connsiteY0" fmla="*/ 52389 h 413075"/>
                <a:gd name="connsiteX1" fmla="*/ 52389 w 405200"/>
                <a:gd name="connsiteY1" fmla="*/ 150612 h 413075"/>
                <a:gd name="connsiteX2" fmla="*/ 150612 w 405200"/>
                <a:gd name="connsiteY2" fmla="*/ 248836 h 413075"/>
                <a:gd name="connsiteX3" fmla="*/ 248836 w 405200"/>
                <a:gd name="connsiteY3" fmla="*/ 150612 h 413075"/>
                <a:gd name="connsiteX4" fmla="*/ 150612 w 405200"/>
                <a:gd name="connsiteY4" fmla="*/ 52389 h 413075"/>
                <a:gd name="connsiteX5" fmla="*/ 150612 w 405200"/>
                <a:gd name="connsiteY5" fmla="*/ 0 h 413075"/>
                <a:gd name="connsiteX6" fmla="*/ 301225 w 405200"/>
                <a:gd name="connsiteY6" fmla="*/ 150612 h 413075"/>
                <a:gd name="connsiteX7" fmla="*/ 276789 w 405200"/>
                <a:gd name="connsiteY7" fmla="*/ 232452 h 413075"/>
                <a:gd name="connsiteX8" fmla="*/ 279486 w 405200"/>
                <a:gd name="connsiteY8" fmla="*/ 234307 h 413075"/>
                <a:gd name="connsiteX9" fmla="*/ 395404 w 405200"/>
                <a:gd name="connsiteY9" fmla="*/ 354065 h 413075"/>
                <a:gd name="connsiteX10" fmla="*/ 394603 w 405200"/>
                <a:gd name="connsiteY10" fmla="*/ 403280 h 413075"/>
                <a:gd name="connsiteX11" fmla="*/ 345389 w 405200"/>
                <a:gd name="connsiteY11" fmla="*/ 402478 h 413075"/>
                <a:gd name="connsiteX12" fmla="*/ 229470 w 405200"/>
                <a:gd name="connsiteY12" fmla="*/ 282720 h 413075"/>
                <a:gd name="connsiteX13" fmla="*/ 227420 w 405200"/>
                <a:gd name="connsiteY13" fmla="*/ 279520 h 413075"/>
                <a:gd name="connsiteX14" fmla="*/ 150612 w 405200"/>
                <a:gd name="connsiteY14" fmla="*/ 301225 h 413075"/>
                <a:gd name="connsiteX15" fmla="*/ 0 w 405200"/>
                <a:gd name="connsiteY15" fmla="*/ 150612 h 413075"/>
                <a:gd name="connsiteX16" fmla="*/ 150612 w 405200"/>
                <a:gd name="connsiteY16" fmla="*/ 0 h 41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200" h="413075">
                  <a:moveTo>
                    <a:pt x="150612" y="52389"/>
                  </a:moveTo>
                  <a:cubicBezTo>
                    <a:pt x="96365" y="52389"/>
                    <a:pt x="52389" y="96365"/>
                    <a:pt x="52389" y="150612"/>
                  </a:cubicBezTo>
                  <a:cubicBezTo>
                    <a:pt x="52389" y="204860"/>
                    <a:pt x="96365" y="248836"/>
                    <a:pt x="150612" y="248836"/>
                  </a:cubicBezTo>
                  <a:cubicBezTo>
                    <a:pt x="204860" y="248836"/>
                    <a:pt x="248836" y="204860"/>
                    <a:pt x="248836" y="150612"/>
                  </a:cubicBezTo>
                  <a:cubicBezTo>
                    <a:pt x="248836" y="96365"/>
                    <a:pt x="204860" y="52389"/>
                    <a:pt x="150612" y="52389"/>
                  </a:cubicBezTo>
                  <a:close/>
                  <a:moveTo>
                    <a:pt x="150612" y="0"/>
                  </a:moveTo>
                  <a:cubicBezTo>
                    <a:pt x="233793" y="0"/>
                    <a:pt x="301225" y="67431"/>
                    <a:pt x="301225" y="150612"/>
                  </a:cubicBezTo>
                  <a:cubicBezTo>
                    <a:pt x="301225" y="180842"/>
                    <a:pt x="292319" y="208992"/>
                    <a:pt x="276789" y="232452"/>
                  </a:cubicBezTo>
                  <a:cubicBezTo>
                    <a:pt x="277931" y="232774"/>
                    <a:pt x="278722" y="233519"/>
                    <a:pt x="279486" y="234307"/>
                  </a:cubicBezTo>
                  <a:lnTo>
                    <a:pt x="395404" y="354065"/>
                  </a:lnTo>
                  <a:cubicBezTo>
                    <a:pt x="408773" y="367877"/>
                    <a:pt x="408414" y="389911"/>
                    <a:pt x="394603" y="403280"/>
                  </a:cubicBezTo>
                  <a:cubicBezTo>
                    <a:pt x="380791" y="416648"/>
                    <a:pt x="358757" y="416289"/>
                    <a:pt x="345389" y="402478"/>
                  </a:cubicBezTo>
                  <a:lnTo>
                    <a:pt x="229470" y="282720"/>
                  </a:lnTo>
                  <a:lnTo>
                    <a:pt x="227420" y="279520"/>
                  </a:lnTo>
                  <a:cubicBezTo>
                    <a:pt x="205163" y="293486"/>
                    <a:pt x="178791" y="301225"/>
                    <a:pt x="150612" y="301225"/>
                  </a:cubicBezTo>
                  <a:cubicBezTo>
                    <a:pt x="67431" y="301225"/>
                    <a:pt x="0" y="233793"/>
                    <a:pt x="0" y="150612"/>
                  </a:cubicBezTo>
                  <a:cubicBezTo>
                    <a:pt x="0" y="67431"/>
                    <a:pt x="67431" y="0"/>
                    <a:pt x="150612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1" name="KSO_Shape"/>
            <p:cNvSpPr>
              <a:spLocks/>
            </p:cNvSpPr>
            <p:nvPr/>
          </p:nvSpPr>
          <p:spPr bwMode="auto">
            <a:xfrm>
              <a:off x="1196738" y="3975702"/>
              <a:ext cx="536809" cy="648226"/>
            </a:xfrm>
            <a:custGeom>
              <a:avLst/>
              <a:gdLst/>
              <a:ahLst/>
              <a:cxnLst/>
              <a:rect l="0" t="0" r="r" b="b"/>
              <a:pathLst>
                <a:path w="779462" h="1076325">
                  <a:moveTo>
                    <a:pt x="383829" y="588255"/>
                  </a:moveTo>
                  <a:lnTo>
                    <a:pt x="382134" y="588731"/>
                  </a:lnTo>
                  <a:lnTo>
                    <a:pt x="375331" y="590773"/>
                  </a:lnTo>
                  <a:lnTo>
                    <a:pt x="368073" y="592361"/>
                  </a:lnTo>
                  <a:lnTo>
                    <a:pt x="360590" y="594176"/>
                  </a:lnTo>
                  <a:lnTo>
                    <a:pt x="355958" y="594900"/>
                  </a:lnTo>
                  <a:lnTo>
                    <a:pt x="355958" y="698378"/>
                  </a:lnTo>
                  <a:lnTo>
                    <a:pt x="383829" y="698378"/>
                  </a:lnTo>
                  <a:lnTo>
                    <a:pt x="383829" y="588255"/>
                  </a:lnTo>
                  <a:close/>
                  <a:moveTo>
                    <a:pt x="300038" y="177346"/>
                  </a:moveTo>
                  <a:lnTo>
                    <a:pt x="293688" y="177800"/>
                  </a:lnTo>
                  <a:lnTo>
                    <a:pt x="287565" y="178027"/>
                  </a:lnTo>
                  <a:lnTo>
                    <a:pt x="281215" y="178934"/>
                  </a:lnTo>
                  <a:lnTo>
                    <a:pt x="275318" y="179841"/>
                  </a:lnTo>
                  <a:lnTo>
                    <a:pt x="269422" y="181202"/>
                  </a:lnTo>
                  <a:lnTo>
                    <a:pt x="263525" y="183016"/>
                  </a:lnTo>
                  <a:lnTo>
                    <a:pt x="257856" y="184830"/>
                  </a:lnTo>
                  <a:lnTo>
                    <a:pt x="252413" y="187098"/>
                  </a:lnTo>
                  <a:lnTo>
                    <a:pt x="246970" y="189366"/>
                  </a:lnTo>
                  <a:lnTo>
                    <a:pt x="241753" y="192088"/>
                  </a:lnTo>
                  <a:lnTo>
                    <a:pt x="236310" y="195036"/>
                  </a:lnTo>
                  <a:lnTo>
                    <a:pt x="231321" y="198438"/>
                  </a:lnTo>
                  <a:lnTo>
                    <a:pt x="226785" y="201839"/>
                  </a:lnTo>
                  <a:lnTo>
                    <a:pt x="222023" y="205468"/>
                  </a:lnTo>
                  <a:lnTo>
                    <a:pt x="217487" y="209323"/>
                  </a:lnTo>
                  <a:lnTo>
                    <a:pt x="213178" y="213405"/>
                  </a:lnTo>
                  <a:lnTo>
                    <a:pt x="209323" y="217488"/>
                  </a:lnTo>
                  <a:lnTo>
                    <a:pt x="205468" y="222023"/>
                  </a:lnTo>
                  <a:lnTo>
                    <a:pt x="201839" y="226786"/>
                  </a:lnTo>
                  <a:lnTo>
                    <a:pt x="198210" y="231548"/>
                  </a:lnTo>
                  <a:lnTo>
                    <a:pt x="195035" y="236538"/>
                  </a:lnTo>
                  <a:lnTo>
                    <a:pt x="192314" y="241527"/>
                  </a:lnTo>
                  <a:lnTo>
                    <a:pt x="189593" y="246970"/>
                  </a:lnTo>
                  <a:lnTo>
                    <a:pt x="187098" y="252186"/>
                  </a:lnTo>
                  <a:lnTo>
                    <a:pt x="184830" y="257855"/>
                  </a:lnTo>
                  <a:lnTo>
                    <a:pt x="182789" y="263525"/>
                  </a:lnTo>
                  <a:lnTo>
                    <a:pt x="181428" y="269421"/>
                  </a:lnTo>
                  <a:lnTo>
                    <a:pt x="179841" y="275318"/>
                  </a:lnTo>
                  <a:lnTo>
                    <a:pt x="178934" y="281441"/>
                  </a:lnTo>
                  <a:lnTo>
                    <a:pt x="178027" y="287338"/>
                  </a:lnTo>
                  <a:lnTo>
                    <a:pt x="177573" y="293688"/>
                  </a:lnTo>
                  <a:lnTo>
                    <a:pt x="177346" y="300038"/>
                  </a:lnTo>
                  <a:lnTo>
                    <a:pt x="177573" y="306388"/>
                  </a:lnTo>
                  <a:lnTo>
                    <a:pt x="178027" y="312511"/>
                  </a:lnTo>
                  <a:lnTo>
                    <a:pt x="178934" y="318634"/>
                  </a:lnTo>
                  <a:lnTo>
                    <a:pt x="179841" y="324757"/>
                  </a:lnTo>
                  <a:lnTo>
                    <a:pt x="181428" y="330427"/>
                  </a:lnTo>
                  <a:lnTo>
                    <a:pt x="182789" y="336550"/>
                  </a:lnTo>
                  <a:lnTo>
                    <a:pt x="184830" y="342220"/>
                  </a:lnTo>
                  <a:lnTo>
                    <a:pt x="187098" y="347663"/>
                  </a:lnTo>
                  <a:lnTo>
                    <a:pt x="189593" y="353105"/>
                  </a:lnTo>
                  <a:lnTo>
                    <a:pt x="192314" y="358321"/>
                  </a:lnTo>
                  <a:lnTo>
                    <a:pt x="195035" y="363311"/>
                  </a:lnTo>
                  <a:lnTo>
                    <a:pt x="198210" y="368300"/>
                  </a:lnTo>
                  <a:lnTo>
                    <a:pt x="201839" y="373289"/>
                  </a:lnTo>
                  <a:lnTo>
                    <a:pt x="205468" y="377825"/>
                  </a:lnTo>
                  <a:lnTo>
                    <a:pt x="209323" y="382361"/>
                  </a:lnTo>
                  <a:lnTo>
                    <a:pt x="213178" y="386670"/>
                  </a:lnTo>
                  <a:lnTo>
                    <a:pt x="217487" y="390525"/>
                  </a:lnTo>
                  <a:lnTo>
                    <a:pt x="222023" y="394607"/>
                  </a:lnTo>
                  <a:lnTo>
                    <a:pt x="226785" y="398236"/>
                  </a:lnTo>
                  <a:lnTo>
                    <a:pt x="231321" y="401411"/>
                  </a:lnTo>
                  <a:lnTo>
                    <a:pt x="236310" y="404813"/>
                  </a:lnTo>
                  <a:lnTo>
                    <a:pt x="241753" y="407761"/>
                  </a:lnTo>
                  <a:lnTo>
                    <a:pt x="242887" y="408352"/>
                  </a:lnTo>
                  <a:lnTo>
                    <a:pt x="242887" y="317257"/>
                  </a:lnTo>
                  <a:lnTo>
                    <a:pt x="243114" y="311589"/>
                  </a:lnTo>
                  <a:lnTo>
                    <a:pt x="244020" y="305695"/>
                  </a:lnTo>
                  <a:lnTo>
                    <a:pt x="245380" y="300253"/>
                  </a:lnTo>
                  <a:lnTo>
                    <a:pt x="247193" y="295039"/>
                  </a:lnTo>
                  <a:lnTo>
                    <a:pt x="249685" y="290051"/>
                  </a:lnTo>
                  <a:lnTo>
                    <a:pt x="252404" y="285516"/>
                  </a:lnTo>
                  <a:lnTo>
                    <a:pt x="255803" y="281209"/>
                  </a:lnTo>
                  <a:lnTo>
                    <a:pt x="259429" y="277127"/>
                  </a:lnTo>
                  <a:lnTo>
                    <a:pt x="263281" y="273500"/>
                  </a:lnTo>
                  <a:lnTo>
                    <a:pt x="267813" y="270099"/>
                  </a:lnTo>
                  <a:lnTo>
                    <a:pt x="272571" y="267378"/>
                  </a:lnTo>
                  <a:lnTo>
                    <a:pt x="277556" y="264885"/>
                  </a:lnTo>
                  <a:lnTo>
                    <a:pt x="282768" y="263297"/>
                  </a:lnTo>
                  <a:lnTo>
                    <a:pt x="287979" y="261710"/>
                  </a:lnTo>
                  <a:lnTo>
                    <a:pt x="293644" y="260803"/>
                  </a:lnTo>
                  <a:lnTo>
                    <a:pt x="299536" y="260350"/>
                  </a:lnTo>
                  <a:lnTo>
                    <a:pt x="305201" y="260803"/>
                  </a:lnTo>
                  <a:lnTo>
                    <a:pt x="310865" y="261710"/>
                  </a:lnTo>
                  <a:lnTo>
                    <a:pt x="316304" y="263297"/>
                  </a:lnTo>
                  <a:lnTo>
                    <a:pt x="321742" y="264885"/>
                  </a:lnTo>
                  <a:lnTo>
                    <a:pt x="326274" y="267378"/>
                  </a:lnTo>
                  <a:lnTo>
                    <a:pt x="331032" y="270099"/>
                  </a:lnTo>
                  <a:lnTo>
                    <a:pt x="335564" y="273500"/>
                  </a:lnTo>
                  <a:lnTo>
                    <a:pt x="339643" y="277127"/>
                  </a:lnTo>
                  <a:lnTo>
                    <a:pt x="343042" y="281209"/>
                  </a:lnTo>
                  <a:lnTo>
                    <a:pt x="346441" y="285516"/>
                  </a:lnTo>
                  <a:lnTo>
                    <a:pt x="349387" y="290051"/>
                  </a:lnTo>
                  <a:lnTo>
                    <a:pt x="351879" y="295039"/>
                  </a:lnTo>
                  <a:lnTo>
                    <a:pt x="353465" y="300253"/>
                  </a:lnTo>
                  <a:lnTo>
                    <a:pt x="355051" y="305695"/>
                  </a:lnTo>
                  <a:lnTo>
                    <a:pt x="355731" y="311589"/>
                  </a:lnTo>
                  <a:lnTo>
                    <a:pt x="355958" y="317257"/>
                  </a:lnTo>
                  <a:lnTo>
                    <a:pt x="355958" y="408994"/>
                  </a:lnTo>
                  <a:lnTo>
                    <a:pt x="358322" y="407761"/>
                  </a:lnTo>
                  <a:lnTo>
                    <a:pt x="363311" y="404813"/>
                  </a:lnTo>
                  <a:lnTo>
                    <a:pt x="368300" y="401411"/>
                  </a:lnTo>
                  <a:lnTo>
                    <a:pt x="373290" y="398236"/>
                  </a:lnTo>
                  <a:lnTo>
                    <a:pt x="377825" y="394607"/>
                  </a:lnTo>
                  <a:lnTo>
                    <a:pt x="382134" y="390525"/>
                  </a:lnTo>
                  <a:lnTo>
                    <a:pt x="386443" y="386670"/>
                  </a:lnTo>
                  <a:lnTo>
                    <a:pt x="390525" y="382361"/>
                  </a:lnTo>
                  <a:lnTo>
                    <a:pt x="394381" y="377825"/>
                  </a:lnTo>
                  <a:lnTo>
                    <a:pt x="398009" y="373289"/>
                  </a:lnTo>
                  <a:lnTo>
                    <a:pt x="401411" y="368300"/>
                  </a:lnTo>
                  <a:lnTo>
                    <a:pt x="404586" y="363311"/>
                  </a:lnTo>
                  <a:lnTo>
                    <a:pt x="407761" y="358321"/>
                  </a:lnTo>
                  <a:lnTo>
                    <a:pt x="410482" y="353105"/>
                  </a:lnTo>
                  <a:lnTo>
                    <a:pt x="412977" y="347663"/>
                  </a:lnTo>
                  <a:lnTo>
                    <a:pt x="414791" y="342220"/>
                  </a:lnTo>
                  <a:lnTo>
                    <a:pt x="416832" y="336550"/>
                  </a:lnTo>
                  <a:lnTo>
                    <a:pt x="418647" y="330427"/>
                  </a:lnTo>
                  <a:lnTo>
                    <a:pt x="419781" y="324757"/>
                  </a:lnTo>
                  <a:lnTo>
                    <a:pt x="421141" y="318634"/>
                  </a:lnTo>
                  <a:lnTo>
                    <a:pt x="421822" y="312511"/>
                  </a:lnTo>
                  <a:lnTo>
                    <a:pt x="422275" y="306388"/>
                  </a:lnTo>
                  <a:lnTo>
                    <a:pt x="422275" y="300038"/>
                  </a:lnTo>
                  <a:lnTo>
                    <a:pt x="422275" y="293688"/>
                  </a:lnTo>
                  <a:lnTo>
                    <a:pt x="421822" y="287338"/>
                  </a:lnTo>
                  <a:lnTo>
                    <a:pt x="421141" y="281441"/>
                  </a:lnTo>
                  <a:lnTo>
                    <a:pt x="419781" y="275318"/>
                  </a:lnTo>
                  <a:lnTo>
                    <a:pt x="418647" y="269421"/>
                  </a:lnTo>
                  <a:lnTo>
                    <a:pt x="416832" y="263525"/>
                  </a:lnTo>
                  <a:lnTo>
                    <a:pt x="414791" y="257855"/>
                  </a:lnTo>
                  <a:lnTo>
                    <a:pt x="412977" y="252186"/>
                  </a:lnTo>
                  <a:lnTo>
                    <a:pt x="410482" y="246970"/>
                  </a:lnTo>
                  <a:lnTo>
                    <a:pt x="407761" y="241527"/>
                  </a:lnTo>
                  <a:lnTo>
                    <a:pt x="404586" y="236538"/>
                  </a:lnTo>
                  <a:lnTo>
                    <a:pt x="401411" y="231548"/>
                  </a:lnTo>
                  <a:lnTo>
                    <a:pt x="398009" y="226786"/>
                  </a:lnTo>
                  <a:lnTo>
                    <a:pt x="394381" y="222023"/>
                  </a:lnTo>
                  <a:lnTo>
                    <a:pt x="390525" y="217488"/>
                  </a:lnTo>
                  <a:lnTo>
                    <a:pt x="386443" y="213405"/>
                  </a:lnTo>
                  <a:lnTo>
                    <a:pt x="382134" y="209323"/>
                  </a:lnTo>
                  <a:lnTo>
                    <a:pt x="377825" y="205468"/>
                  </a:lnTo>
                  <a:lnTo>
                    <a:pt x="373290" y="201839"/>
                  </a:lnTo>
                  <a:lnTo>
                    <a:pt x="368300" y="198438"/>
                  </a:lnTo>
                  <a:lnTo>
                    <a:pt x="363311" y="195036"/>
                  </a:lnTo>
                  <a:lnTo>
                    <a:pt x="358322" y="192088"/>
                  </a:lnTo>
                  <a:lnTo>
                    <a:pt x="353106" y="189366"/>
                  </a:lnTo>
                  <a:lnTo>
                    <a:pt x="347663" y="187098"/>
                  </a:lnTo>
                  <a:lnTo>
                    <a:pt x="341993" y="184830"/>
                  </a:lnTo>
                  <a:lnTo>
                    <a:pt x="336323" y="183016"/>
                  </a:lnTo>
                  <a:lnTo>
                    <a:pt x="330427" y="181202"/>
                  </a:lnTo>
                  <a:lnTo>
                    <a:pt x="324757" y="179841"/>
                  </a:lnTo>
                  <a:lnTo>
                    <a:pt x="318634" y="178934"/>
                  </a:lnTo>
                  <a:lnTo>
                    <a:pt x="312511" y="178027"/>
                  </a:lnTo>
                  <a:lnTo>
                    <a:pt x="306161" y="177800"/>
                  </a:lnTo>
                  <a:lnTo>
                    <a:pt x="300038" y="177346"/>
                  </a:lnTo>
                  <a:close/>
                  <a:moveTo>
                    <a:pt x="300265" y="28132"/>
                  </a:moveTo>
                  <a:lnTo>
                    <a:pt x="293234" y="28359"/>
                  </a:lnTo>
                  <a:lnTo>
                    <a:pt x="286204" y="28586"/>
                  </a:lnTo>
                  <a:lnTo>
                    <a:pt x="279173" y="29040"/>
                  </a:lnTo>
                  <a:lnTo>
                    <a:pt x="272370" y="29720"/>
                  </a:lnTo>
                  <a:lnTo>
                    <a:pt x="265566" y="30401"/>
                  </a:lnTo>
                  <a:lnTo>
                    <a:pt x="258763" y="31308"/>
                  </a:lnTo>
                  <a:lnTo>
                    <a:pt x="252186" y="32443"/>
                  </a:lnTo>
                  <a:lnTo>
                    <a:pt x="245382" y="33804"/>
                  </a:lnTo>
                  <a:lnTo>
                    <a:pt x="238805" y="35165"/>
                  </a:lnTo>
                  <a:lnTo>
                    <a:pt x="232455" y="36980"/>
                  </a:lnTo>
                  <a:lnTo>
                    <a:pt x="225878" y="38568"/>
                  </a:lnTo>
                  <a:lnTo>
                    <a:pt x="219528" y="40383"/>
                  </a:lnTo>
                  <a:lnTo>
                    <a:pt x="212952" y="42652"/>
                  </a:lnTo>
                  <a:lnTo>
                    <a:pt x="206828" y="44921"/>
                  </a:lnTo>
                  <a:lnTo>
                    <a:pt x="200478" y="47189"/>
                  </a:lnTo>
                  <a:lnTo>
                    <a:pt x="194582" y="49685"/>
                  </a:lnTo>
                  <a:lnTo>
                    <a:pt x="188459" y="52407"/>
                  </a:lnTo>
                  <a:lnTo>
                    <a:pt x="182562" y="55130"/>
                  </a:lnTo>
                  <a:lnTo>
                    <a:pt x="176666" y="58079"/>
                  </a:lnTo>
                  <a:lnTo>
                    <a:pt x="170769" y="61028"/>
                  </a:lnTo>
                  <a:lnTo>
                    <a:pt x="165100" y="64205"/>
                  </a:lnTo>
                  <a:lnTo>
                    <a:pt x="159430" y="67608"/>
                  </a:lnTo>
                  <a:lnTo>
                    <a:pt x="153987" y="71011"/>
                  </a:lnTo>
                  <a:lnTo>
                    <a:pt x="148318" y="74868"/>
                  </a:lnTo>
                  <a:lnTo>
                    <a:pt x="142875" y="78498"/>
                  </a:lnTo>
                  <a:lnTo>
                    <a:pt x="137659" y="82354"/>
                  </a:lnTo>
                  <a:lnTo>
                    <a:pt x="132443" y="86211"/>
                  </a:lnTo>
                  <a:lnTo>
                    <a:pt x="127453" y="90522"/>
                  </a:lnTo>
                  <a:lnTo>
                    <a:pt x="122464" y="94832"/>
                  </a:lnTo>
                  <a:lnTo>
                    <a:pt x="117475" y="98916"/>
                  </a:lnTo>
                  <a:lnTo>
                    <a:pt x="112712" y="103453"/>
                  </a:lnTo>
                  <a:lnTo>
                    <a:pt x="107950" y="107991"/>
                  </a:lnTo>
                  <a:lnTo>
                    <a:pt x="103641" y="112755"/>
                  </a:lnTo>
                  <a:lnTo>
                    <a:pt x="99105" y="117519"/>
                  </a:lnTo>
                  <a:lnTo>
                    <a:pt x="94796" y="122057"/>
                  </a:lnTo>
                  <a:lnTo>
                    <a:pt x="90487" y="127048"/>
                  </a:lnTo>
                  <a:lnTo>
                    <a:pt x="86405" y="132266"/>
                  </a:lnTo>
                  <a:lnTo>
                    <a:pt x="82323" y="137711"/>
                  </a:lnTo>
                  <a:lnTo>
                    <a:pt x="78694" y="142929"/>
                  </a:lnTo>
                  <a:lnTo>
                    <a:pt x="74839" y="148147"/>
                  </a:lnTo>
                  <a:lnTo>
                    <a:pt x="71437" y="153592"/>
                  </a:lnTo>
                  <a:lnTo>
                    <a:pt x="67809" y="159264"/>
                  </a:lnTo>
                  <a:lnTo>
                    <a:pt x="64407" y="164709"/>
                  </a:lnTo>
                  <a:lnTo>
                    <a:pt x="61232" y="170607"/>
                  </a:lnTo>
                  <a:lnTo>
                    <a:pt x="58057" y="176506"/>
                  </a:lnTo>
                  <a:lnTo>
                    <a:pt x="55109" y="182178"/>
                  </a:lnTo>
                  <a:lnTo>
                    <a:pt x="52387" y="188303"/>
                  </a:lnTo>
                  <a:lnTo>
                    <a:pt x="49666" y="194429"/>
                  </a:lnTo>
                  <a:lnTo>
                    <a:pt x="47171" y="200554"/>
                  </a:lnTo>
                  <a:lnTo>
                    <a:pt x="44903" y="206680"/>
                  </a:lnTo>
                  <a:lnTo>
                    <a:pt x="42636" y="212805"/>
                  </a:lnTo>
                  <a:lnTo>
                    <a:pt x="40821" y="219385"/>
                  </a:lnTo>
                  <a:lnTo>
                    <a:pt x="38780" y="225737"/>
                  </a:lnTo>
                  <a:lnTo>
                    <a:pt x="36966" y="232090"/>
                  </a:lnTo>
                  <a:lnTo>
                    <a:pt x="35378" y="238896"/>
                  </a:lnTo>
                  <a:lnTo>
                    <a:pt x="34018" y="245248"/>
                  </a:lnTo>
                  <a:lnTo>
                    <a:pt x="32657" y="252054"/>
                  </a:lnTo>
                  <a:lnTo>
                    <a:pt x="31523" y="258860"/>
                  </a:lnTo>
                  <a:lnTo>
                    <a:pt x="30389" y="265440"/>
                  </a:lnTo>
                  <a:lnTo>
                    <a:pt x="29709" y="272246"/>
                  </a:lnTo>
                  <a:lnTo>
                    <a:pt x="29255" y="279279"/>
                  </a:lnTo>
                  <a:lnTo>
                    <a:pt x="28802" y="286312"/>
                  </a:lnTo>
                  <a:lnTo>
                    <a:pt x="28575" y="292891"/>
                  </a:lnTo>
                  <a:lnTo>
                    <a:pt x="28575" y="300151"/>
                  </a:lnTo>
                  <a:lnTo>
                    <a:pt x="28575" y="307184"/>
                  </a:lnTo>
                  <a:lnTo>
                    <a:pt x="28802" y="314217"/>
                  </a:lnTo>
                  <a:lnTo>
                    <a:pt x="29255" y="320796"/>
                  </a:lnTo>
                  <a:lnTo>
                    <a:pt x="29709" y="327829"/>
                  </a:lnTo>
                  <a:lnTo>
                    <a:pt x="30389" y="334635"/>
                  </a:lnTo>
                  <a:lnTo>
                    <a:pt x="31523" y="341442"/>
                  </a:lnTo>
                  <a:lnTo>
                    <a:pt x="32657" y="348021"/>
                  </a:lnTo>
                  <a:lnTo>
                    <a:pt x="34018" y="354827"/>
                  </a:lnTo>
                  <a:lnTo>
                    <a:pt x="35378" y="361179"/>
                  </a:lnTo>
                  <a:lnTo>
                    <a:pt x="36966" y="367986"/>
                  </a:lnTo>
                  <a:lnTo>
                    <a:pt x="38780" y="374565"/>
                  </a:lnTo>
                  <a:lnTo>
                    <a:pt x="40821" y="380690"/>
                  </a:lnTo>
                  <a:lnTo>
                    <a:pt x="42636" y="387270"/>
                  </a:lnTo>
                  <a:lnTo>
                    <a:pt x="44903" y="393395"/>
                  </a:lnTo>
                  <a:lnTo>
                    <a:pt x="47171" y="399748"/>
                  </a:lnTo>
                  <a:lnTo>
                    <a:pt x="49666" y="405646"/>
                  </a:lnTo>
                  <a:lnTo>
                    <a:pt x="52387" y="411999"/>
                  </a:lnTo>
                  <a:lnTo>
                    <a:pt x="55109" y="417897"/>
                  </a:lnTo>
                  <a:lnTo>
                    <a:pt x="58057" y="423569"/>
                  </a:lnTo>
                  <a:lnTo>
                    <a:pt x="61232" y="429695"/>
                  </a:lnTo>
                  <a:lnTo>
                    <a:pt x="64407" y="435366"/>
                  </a:lnTo>
                  <a:lnTo>
                    <a:pt x="67809" y="440811"/>
                  </a:lnTo>
                  <a:lnTo>
                    <a:pt x="71437" y="446483"/>
                  </a:lnTo>
                  <a:lnTo>
                    <a:pt x="74839" y="452155"/>
                  </a:lnTo>
                  <a:lnTo>
                    <a:pt x="78694" y="457373"/>
                  </a:lnTo>
                  <a:lnTo>
                    <a:pt x="82323" y="462591"/>
                  </a:lnTo>
                  <a:lnTo>
                    <a:pt x="86405" y="467809"/>
                  </a:lnTo>
                  <a:lnTo>
                    <a:pt x="90487" y="473027"/>
                  </a:lnTo>
                  <a:lnTo>
                    <a:pt x="94796" y="478018"/>
                  </a:lnTo>
                  <a:lnTo>
                    <a:pt x="99105" y="482783"/>
                  </a:lnTo>
                  <a:lnTo>
                    <a:pt x="103641" y="487547"/>
                  </a:lnTo>
                  <a:lnTo>
                    <a:pt x="107950" y="492084"/>
                  </a:lnTo>
                  <a:lnTo>
                    <a:pt x="112712" y="496622"/>
                  </a:lnTo>
                  <a:lnTo>
                    <a:pt x="117475" y="501159"/>
                  </a:lnTo>
                  <a:lnTo>
                    <a:pt x="122464" y="505697"/>
                  </a:lnTo>
                  <a:lnTo>
                    <a:pt x="127453" y="509780"/>
                  </a:lnTo>
                  <a:lnTo>
                    <a:pt x="132443" y="513864"/>
                  </a:lnTo>
                  <a:lnTo>
                    <a:pt x="137659" y="517948"/>
                  </a:lnTo>
                  <a:lnTo>
                    <a:pt x="142875" y="521578"/>
                  </a:lnTo>
                  <a:lnTo>
                    <a:pt x="148318" y="525434"/>
                  </a:lnTo>
                  <a:lnTo>
                    <a:pt x="153987" y="529064"/>
                  </a:lnTo>
                  <a:lnTo>
                    <a:pt x="159430" y="532694"/>
                  </a:lnTo>
                  <a:lnTo>
                    <a:pt x="165100" y="535870"/>
                  </a:lnTo>
                  <a:lnTo>
                    <a:pt x="170769" y="539047"/>
                  </a:lnTo>
                  <a:lnTo>
                    <a:pt x="176666" y="541996"/>
                  </a:lnTo>
                  <a:lnTo>
                    <a:pt x="182562" y="544945"/>
                  </a:lnTo>
                  <a:lnTo>
                    <a:pt x="188459" y="547895"/>
                  </a:lnTo>
                  <a:lnTo>
                    <a:pt x="194582" y="550617"/>
                  </a:lnTo>
                  <a:lnTo>
                    <a:pt x="200478" y="553113"/>
                  </a:lnTo>
                  <a:lnTo>
                    <a:pt x="206828" y="555608"/>
                  </a:lnTo>
                  <a:lnTo>
                    <a:pt x="212952" y="557423"/>
                  </a:lnTo>
                  <a:lnTo>
                    <a:pt x="219528" y="559692"/>
                  </a:lnTo>
                  <a:lnTo>
                    <a:pt x="225878" y="561507"/>
                  </a:lnTo>
                  <a:lnTo>
                    <a:pt x="232455" y="563322"/>
                  </a:lnTo>
                  <a:lnTo>
                    <a:pt x="238805" y="564910"/>
                  </a:lnTo>
                  <a:lnTo>
                    <a:pt x="242887" y="565896"/>
                  </a:lnTo>
                  <a:lnTo>
                    <a:pt x="242887" y="439533"/>
                  </a:lnTo>
                  <a:lnTo>
                    <a:pt x="241073" y="438830"/>
                  </a:lnTo>
                  <a:lnTo>
                    <a:pt x="234723" y="435882"/>
                  </a:lnTo>
                  <a:lnTo>
                    <a:pt x="227919" y="432707"/>
                  </a:lnTo>
                  <a:lnTo>
                    <a:pt x="221796" y="428852"/>
                  </a:lnTo>
                  <a:lnTo>
                    <a:pt x="215673" y="424996"/>
                  </a:lnTo>
                  <a:lnTo>
                    <a:pt x="209777" y="420688"/>
                  </a:lnTo>
                  <a:lnTo>
                    <a:pt x="204107" y="416152"/>
                  </a:lnTo>
                  <a:lnTo>
                    <a:pt x="198437" y="411389"/>
                  </a:lnTo>
                  <a:lnTo>
                    <a:pt x="193221" y="406400"/>
                  </a:lnTo>
                  <a:lnTo>
                    <a:pt x="188232" y="401184"/>
                  </a:lnTo>
                  <a:lnTo>
                    <a:pt x="183469" y="395741"/>
                  </a:lnTo>
                  <a:lnTo>
                    <a:pt x="179160" y="390298"/>
                  </a:lnTo>
                  <a:lnTo>
                    <a:pt x="174852" y="384402"/>
                  </a:lnTo>
                  <a:lnTo>
                    <a:pt x="170769" y="378052"/>
                  </a:lnTo>
                  <a:lnTo>
                    <a:pt x="167368" y="371929"/>
                  </a:lnTo>
                  <a:lnTo>
                    <a:pt x="164193" y="365352"/>
                  </a:lnTo>
                  <a:lnTo>
                    <a:pt x="160791" y="358548"/>
                  </a:lnTo>
                  <a:lnTo>
                    <a:pt x="158296" y="351972"/>
                  </a:lnTo>
                  <a:lnTo>
                    <a:pt x="155802" y="344714"/>
                  </a:lnTo>
                  <a:lnTo>
                    <a:pt x="153987" y="337684"/>
                  </a:lnTo>
                  <a:lnTo>
                    <a:pt x="152173" y="330200"/>
                  </a:lnTo>
                  <a:lnTo>
                    <a:pt x="150812" y="322943"/>
                  </a:lnTo>
                  <a:lnTo>
                    <a:pt x="149905" y="315232"/>
                  </a:lnTo>
                  <a:lnTo>
                    <a:pt x="149452" y="307748"/>
                  </a:lnTo>
                  <a:lnTo>
                    <a:pt x="149225" y="300038"/>
                  </a:lnTo>
                  <a:lnTo>
                    <a:pt x="149452" y="292100"/>
                  </a:lnTo>
                  <a:lnTo>
                    <a:pt x="149905" y="284616"/>
                  </a:lnTo>
                  <a:lnTo>
                    <a:pt x="150812" y="276905"/>
                  </a:lnTo>
                  <a:lnTo>
                    <a:pt x="152173" y="269648"/>
                  </a:lnTo>
                  <a:lnTo>
                    <a:pt x="153987" y="262164"/>
                  </a:lnTo>
                  <a:lnTo>
                    <a:pt x="155802" y="255134"/>
                  </a:lnTo>
                  <a:lnTo>
                    <a:pt x="158296" y="248330"/>
                  </a:lnTo>
                  <a:lnTo>
                    <a:pt x="160791" y="241300"/>
                  </a:lnTo>
                  <a:lnTo>
                    <a:pt x="164193" y="234496"/>
                  </a:lnTo>
                  <a:lnTo>
                    <a:pt x="167368" y="228146"/>
                  </a:lnTo>
                  <a:lnTo>
                    <a:pt x="170769" y="221796"/>
                  </a:lnTo>
                  <a:lnTo>
                    <a:pt x="174852" y="215673"/>
                  </a:lnTo>
                  <a:lnTo>
                    <a:pt x="179160" y="209777"/>
                  </a:lnTo>
                  <a:lnTo>
                    <a:pt x="183469" y="204107"/>
                  </a:lnTo>
                  <a:lnTo>
                    <a:pt x="188232" y="198664"/>
                  </a:lnTo>
                  <a:lnTo>
                    <a:pt x="193221" y="193448"/>
                  </a:lnTo>
                  <a:lnTo>
                    <a:pt x="198437" y="188459"/>
                  </a:lnTo>
                  <a:lnTo>
                    <a:pt x="204107" y="183696"/>
                  </a:lnTo>
                  <a:lnTo>
                    <a:pt x="209777" y="179161"/>
                  </a:lnTo>
                  <a:lnTo>
                    <a:pt x="215673" y="174852"/>
                  </a:lnTo>
                  <a:lnTo>
                    <a:pt x="221796" y="170996"/>
                  </a:lnTo>
                  <a:lnTo>
                    <a:pt x="227919" y="167368"/>
                  </a:lnTo>
                  <a:lnTo>
                    <a:pt x="234723" y="163966"/>
                  </a:lnTo>
                  <a:lnTo>
                    <a:pt x="241073" y="161018"/>
                  </a:lnTo>
                  <a:lnTo>
                    <a:pt x="248104" y="158523"/>
                  </a:lnTo>
                  <a:lnTo>
                    <a:pt x="255134" y="156029"/>
                  </a:lnTo>
                  <a:lnTo>
                    <a:pt x="262391" y="153988"/>
                  </a:lnTo>
                  <a:lnTo>
                    <a:pt x="269648" y="152173"/>
                  </a:lnTo>
                  <a:lnTo>
                    <a:pt x="277132" y="151039"/>
                  </a:lnTo>
                  <a:lnTo>
                    <a:pt x="284616" y="150132"/>
                  </a:lnTo>
                  <a:lnTo>
                    <a:pt x="292327" y="149452"/>
                  </a:lnTo>
                  <a:lnTo>
                    <a:pt x="300038" y="149225"/>
                  </a:lnTo>
                  <a:lnTo>
                    <a:pt x="307748" y="149452"/>
                  </a:lnTo>
                  <a:lnTo>
                    <a:pt x="315459" y="150132"/>
                  </a:lnTo>
                  <a:lnTo>
                    <a:pt x="322943" y="151039"/>
                  </a:lnTo>
                  <a:lnTo>
                    <a:pt x="330427" y="152173"/>
                  </a:lnTo>
                  <a:lnTo>
                    <a:pt x="337684" y="153988"/>
                  </a:lnTo>
                  <a:lnTo>
                    <a:pt x="344941" y="156029"/>
                  </a:lnTo>
                  <a:lnTo>
                    <a:pt x="351745" y="158523"/>
                  </a:lnTo>
                  <a:lnTo>
                    <a:pt x="358548" y="161018"/>
                  </a:lnTo>
                  <a:lnTo>
                    <a:pt x="365352" y="163966"/>
                  </a:lnTo>
                  <a:lnTo>
                    <a:pt x="371702" y="167368"/>
                  </a:lnTo>
                  <a:lnTo>
                    <a:pt x="378052" y="170996"/>
                  </a:lnTo>
                  <a:lnTo>
                    <a:pt x="384175" y="174852"/>
                  </a:lnTo>
                  <a:lnTo>
                    <a:pt x="390298" y="179161"/>
                  </a:lnTo>
                  <a:lnTo>
                    <a:pt x="395741" y="183696"/>
                  </a:lnTo>
                  <a:lnTo>
                    <a:pt x="401184" y="188459"/>
                  </a:lnTo>
                  <a:lnTo>
                    <a:pt x="406400" y="193448"/>
                  </a:lnTo>
                  <a:lnTo>
                    <a:pt x="411390" y="198664"/>
                  </a:lnTo>
                  <a:lnTo>
                    <a:pt x="416152" y="204107"/>
                  </a:lnTo>
                  <a:lnTo>
                    <a:pt x="420688" y="209777"/>
                  </a:lnTo>
                  <a:lnTo>
                    <a:pt x="424770" y="215673"/>
                  </a:lnTo>
                  <a:lnTo>
                    <a:pt x="428852" y="221796"/>
                  </a:lnTo>
                  <a:lnTo>
                    <a:pt x="432481" y="228146"/>
                  </a:lnTo>
                  <a:lnTo>
                    <a:pt x="435882" y="234496"/>
                  </a:lnTo>
                  <a:lnTo>
                    <a:pt x="438831" y="241300"/>
                  </a:lnTo>
                  <a:lnTo>
                    <a:pt x="441552" y="248330"/>
                  </a:lnTo>
                  <a:lnTo>
                    <a:pt x="443820" y="255134"/>
                  </a:lnTo>
                  <a:lnTo>
                    <a:pt x="445861" y="262164"/>
                  </a:lnTo>
                  <a:lnTo>
                    <a:pt x="447448" y="269648"/>
                  </a:lnTo>
                  <a:lnTo>
                    <a:pt x="449036" y="276905"/>
                  </a:lnTo>
                  <a:lnTo>
                    <a:pt x="449716" y="284616"/>
                  </a:lnTo>
                  <a:lnTo>
                    <a:pt x="450623" y="292100"/>
                  </a:lnTo>
                  <a:lnTo>
                    <a:pt x="450850" y="300038"/>
                  </a:lnTo>
                  <a:lnTo>
                    <a:pt x="450623" y="307748"/>
                  </a:lnTo>
                  <a:lnTo>
                    <a:pt x="449716" y="315232"/>
                  </a:lnTo>
                  <a:lnTo>
                    <a:pt x="449036" y="322943"/>
                  </a:lnTo>
                  <a:lnTo>
                    <a:pt x="447448" y="330200"/>
                  </a:lnTo>
                  <a:lnTo>
                    <a:pt x="445861" y="337684"/>
                  </a:lnTo>
                  <a:lnTo>
                    <a:pt x="443820" y="344714"/>
                  </a:lnTo>
                  <a:lnTo>
                    <a:pt x="441552" y="351972"/>
                  </a:lnTo>
                  <a:lnTo>
                    <a:pt x="438831" y="358548"/>
                  </a:lnTo>
                  <a:lnTo>
                    <a:pt x="435882" y="365352"/>
                  </a:lnTo>
                  <a:lnTo>
                    <a:pt x="432481" y="371929"/>
                  </a:lnTo>
                  <a:lnTo>
                    <a:pt x="428852" y="378052"/>
                  </a:lnTo>
                  <a:lnTo>
                    <a:pt x="424770" y="384402"/>
                  </a:lnTo>
                  <a:lnTo>
                    <a:pt x="420688" y="390298"/>
                  </a:lnTo>
                  <a:lnTo>
                    <a:pt x="416152" y="395741"/>
                  </a:lnTo>
                  <a:lnTo>
                    <a:pt x="411390" y="401184"/>
                  </a:lnTo>
                  <a:lnTo>
                    <a:pt x="406400" y="406400"/>
                  </a:lnTo>
                  <a:lnTo>
                    <a:pt x="401184" y="411389"/>
                  </a:lnTo>
                  <a:lnTo>
                    <a:pt x="395741" y="416152"/>
                  </a:lnTo>
                  <a:lnTo>
                    <a:pt x="390298" y="420688"/>
                  </a:lnTo>
                  <a:lnTo>
                    <a:pt x="384175" y="424996"/>
                  </a:lnTo>
                  <a:lnTo>
                    <a:pt x="378052" y="428852"/>
                  </a:lnTo>
                  <a:lnTo>
                    <a:pt x="371702" y="432707"/>
                  </a:lnTo>
                  <a:lnTo>
                    <a:pt x="365352" y="435882"/>
                  </a:lnTo>
                  <a:lnTo>
                    <a:pt x="358548" y="438830"/>
                  </a:lnTo>
                  <a:lnTo>
                    <a:pt x="355958" y="439867"/>
                  </a:lnTo>
                  <a:lnTo>
                    <a:pt x="355958" y="566203"/>
                  </a:lnTo>
                  <a:lnTo>
                    <a:pt x="361497" y="564910"/>
                  </a:lnTo>
                  <a:lnTo>
                    <a:pt x="368073" y="563322"/>
                  </a:lnTo>
                  <a:lnTo>
                    <a:pt x="374423" y="561507"/>
                  </a:lnTo>
                  <a:lnTo>
                    <a:pt x="381000" y="559692"/>
                  </a:lnTo>
                  <a:lnTo>
                    <a:pt x="386985" y="557475"/>
                  </a:lnTo>
                  <a:lnTo>
                    <a:pt x="388361" y="553956"/>
                  </a:lnTo>
                  <a:lnTo>
                    <a:pt x="390627" y="548968"/>
                  </a:lnTo>
                  <a:lnTo>
                    <a:pt x="393572" y="544207"/>
                  </a:lnTo>
                  <a:lnTo>
                    <a:pt x="396971" y="539672"/>
                  </a:lnTo>
                  <a:lnTo>
                    <a:pt x="400370" y="535818"/>
                  </a:lnTo>
                  <a:lnTo>
                    <a:pt x="404675" y="532417"/>
                  </a:lnTo>
                  <a:lnTo>
                    <a:pt x="408754" y="529016"/>
                  </a:lnTo>
                  <a:lnTo>
                    <a:pt x="413513" y="526069"/>
                  </a:lnTo>
                  <a:lnTo>
                    <a:pt x="418498" y="523802"/>
                  </a:lnTo>
                  <a:lnTo>
                    <a:pt x="423483" y="521761"/>
                  </a:lnTo>
                  <a:lnTo>
                    <a:pt x="428921" y="520401"/>
                  </a:lnTo>
                  <a:lnTo>
                    <a:pt x="434813" y="519494"/>
                  </a:lnTo>
                  <a:lnTo>
                    <a:pt x="440477" y="519267"/>
                  </a:lnTo>
                  <a:lnTo>
                    <a:pt x="446142" y="519494"/>
                  </a:lnTo>
                  <a:lnTo>
                    <a:pt x="451807" y="520401"/>
                  </a:lnTo>
                  <a:lnTo>
                    <a:pt x="457079" y="521667"/>
                  </a:lnTo>
                  <a:lnTo>
                    <a:pt x="457200" y="521578"/>
                  </a:lnTo>
                  <a:lnTo>
                    <a:pt x="462643" y="517948"/>
                  </a:lnTo>
                  <a:lnTo>
                    <a:pt x="467632" y="513864"/>
                  </a:lnTo>
                  <a:lnTo>
                    <a:pt x="472848" y="509780"/>
                  </a:lnTo>
                  <a:lnTo>
                    <a:pt x="477838" y="505697"/>
                  </a:lnTo>
                  <a:lnTo>
                    <a:pt x="482600" y="501159"/>
                  </a:lnTo>
                  <a:lnTo>
                    <a:pt x="487363" y="496622"/>
                  </a:lnTo>
                  <a:lnTo>
                    <a:pt x="492125" y="492084"/>
                  </a:lnTo>
                  <a:lnTo>
                    <a:pt x="496661" y="487547"/>
                  </a:lnTo>
                  <a:lnTo>
                    <a:pt x="501197" y="482783"/>
                  </a:lnTo>
                  <a:lnTo>
                    <a:pt x="505506" y="478018"/>
                  </a:lnTo>
                  <a:lnTo>
                    <a:pt x="509815" y="473027"/>
                  </a:lnTo>
                  <a:lnTo>
                    <a:pt x="513897" y="467809"/>
                  </a:lnTo>
                  <a:lnTo>
                    <a:pt x="517752" y="462591"/>
                  </a:lnTo>
                  <a:lnTo>
                    <a:pt x="521607" y="457373"/>
                  </a:lnTo>
                  <a:lnTo>
                    <a:pt x="525236" y="452155"/>
                  </a:lnTo>
                  <a:lnTo>
                    <a:pt x="529091" y="446483"/>
                  </a:lnTo>
                  <a:lnTo>
                    <a:pt x="532493" y="440811"/>
                  </a:lnTo>
                  <a:lnTo>
                    <a:pt x="535668" y="435366"/>
                  </a:lnTo>
                  <a:lnTo>
                    <a:pt x="539070" y="429695"/>
                  </a:lnTo>
                  <a:lnTo>
                    <a:pt x="542018" y="423569"/>
                  </a:lnTo>
                  <a:lnTo>
                    <a:pt x="544966" y="417897"/>
                  </a:lnTo>
                  <a:lnTo>
                    <a:pt x="547688" y="411999"/>
                  </a:lnTo>
                  <a:lnTo>
                    <a:pt x="550409" y="405646"/>
                  </a:lnTo>
                  <a:lnTo>
                    <a:pt x="552904" y="399748"/>
                  </a:lnTo>
                  <a:lnTo>
                    <a:pt x="555398" y="393395"/>
                  </a:lnTo>
                  <a:lnTo>
                    <a:pt x="557666" y="387270"/>
                  </a:lnTo>
                  <a:lnTo>
                    <a:pt x="559707" y="380690"/>
                  </a:lnTo>
                  <a:lnTo>
                    <a:pt x="561522" y="374565"/>
                  </a:lnTo>
                  <a:lnTo>
                    <a:pt x="563336" y="367986"/>
                  </a:lnTo>
                  <a:lnTo>
                    <a:pt x="564923" y="361179"/>
                  </a:lnTo>
                  <a:lnTo>
                    <a:pt x="566511" y="354827"/>
                  </a:lnTo>
                  <a:lnTo>
                    <a:pt x="567645" y="348021"/>
                  </a:lnTo>
                  <a:lnTo>
                    <a:pt x="568779" y="341442"/>
                  </a:lnTo>
                  <a:lnTo>
                    <a:pt x="569686" y="334635"/>
                  </a:lnTo>
                  <a:lnTo>
                    <a:pt x="570366" y="327829"/>
                  </a:lnTo>
                  <a:lnTo>
                    <a:pt x="571273" y="320796"/>
                  </a:lnTo>
                  <a:lnTo>
                    <a:pt x="571500" y="314217"/>
                  </a:lnTo>
                  <a:lnTo>
                    <a:pt x="571954" y="307184"/>
                  </a:lnTo>
                  <a:lnTo>
                    <a:pt x="571954" y="300151"/>
                  </a:lnTo>
                  <a:lnTo>
                    <a:pt x="571954" y="292891"/>
                  </a:lnTo>
                  <a:lnTo>
                    <a:pt x="571500" y="286312"/>
                  </a:lnTo>
                  <a:lnTo>
                    <a:pt x="571273" y="279279"/>
                  </a:lnTo>
                  <a:lnTo>
                    <a:pt x="570366" y="272246"/>
                  </a:lnTo>
                  <a:lnTo>
                    <a:pt x="569686" y="265440"/>
                  </a:lnTo>
                  <a:lnTo>
                    <a:pt x="568779" y="258860"/>
                  </a:lnTo>
                  <a:lnTo>
                    <a:pt x="567645" y="252054"/>
                  </a:lnTo>
                  <a:lnTo>
                    <a:pt x="566511" y="245248"/>
                  </a:lnTo>
                  <a:lnTo>
                    <a:pt x="564923" y="238896"/>
                  </a:lnTo>
                  <a:lnTo>
                    <a:pt x="563336" y="232090"/>
                  </a:lnTo>
                  <a:lnTo>
                    <a:pt x="561522" y="225737"/>
                  </a:lnTo>
                  <a:lnTo>
                    <a:pt x="559707" y="219385"/>
                  </a:lnTo>
                  <a:lnTo>
                    <a:pt x="557666" y="212805"/>
                  </a:lnTo>
                  <a:lnTo>
                    <a:pt x="555398" y="206680"/>
                  </a:lnTo>
                  <a:lnTo>
                    <a:pt x="552904" y="200554"/>
                  </a:lnTo>
                  <a:lnTo>
                    <a:pt x="550409" y="194429"/>
                  </a:lnTo>
                  <a:lnTo>
                    <a:pt x="547688" y="188303"/>
                  </a:lnTo>
                  <a:lnTo>
                    <a:pt x="544966" y="182178"/>
                  </a:lnTo>
                  <a:lnTo>
                    <a:pt x="542018" y="176506"/>
                  </a:lnTo>
                  <a:lnTo>
                    <a:pt x="539070" y="170607"/>
                  </a:lnTo>
                  <a:lnTo>
                    <a:pt x="535668" y="164709"/>
                  </a:lnTo>
                  <a:lnTo>
                    <a:pt x="532493" y="159264"/>
                  </a:lnTo>
                  <a:lnTo>
                    <a:pt x="529091" y="153592"/>
                  </a:lnTo>
                  <a:lnTo>
                    <a:pt x="525236" y="148147"/>
                  </a:lnTo>
                  <a:lnTo>
                    <a:pt x="521607" y="142929"/>
                  </a:lnTo>
                  <a:lnTo>
                    <a:pt x="517752" y="137711"/>
                  </a:lnTo>
                  <a:lnTo>
                    <a:pt x="513897" y="132266"/>
                  </a:lnTo>
                  <a:lnTo>
                    <a:pt x="509815" y="127048"/>
                  </a:lnTo>
                  <a:lnTo>
                    <a:pt x="505506" y="122057"/>
                  </a:lnTo>
                  <a:lnTo>
                    <a:pt x="501197" y="117519"/>
                  </a:lnTo>
                  <a:lnTo>
                    <a:pt x="496661" y="112755"/>
                  </a:lnTo>
                  <a:lnTo>
                    <a:pt x="492125" y="107991"/>
                  </a:lnTo>
                  <a:lnTo>
                    <a:pt x="487363" y="103453"/>
                  </a:lnTo>
                  <a:lnTo>
                    <a:pt x="482600" y="98916"/>
                  </a:lnTo>
                  <a:lnTo>
                    <a:pt x="477838" y="94832"/>
                  </a:lnTo>
                  <a:lnTo>
                    <a:pt x="472848" y="90522"/>
                  </a:lnTo>
                  <a:lnTo>
                    <a:pt x="467632" y="86211"/>
                  </a:lnTo>
                  <a:lnTo>
                    <a:pt x="462643" y="82354"/>
                  </a:lnTo>
                  <a:lnTo>
                    <a:pt x="457200" y="78498"/>
                  </a:lnTo>
                  <a:lnTo>
                    <a:pt x="451984" y="74868"/>
                  </a:lnTo>
                  <a:lnTo>
                    <a:pt x="446541" y="71011"/>
                  </a:lnTo>
                  <a:lnTo>
                    <a:pt x="441098" y="67608"/>
                  </a:lnTo>
                  <a:lnTo>
                    <a:pt x="435202" y="64205"/>
                  </a:lnTo>
                  <a:lnTo>
                    <a:pt x="429532" y="61028"/>
                  </a:lnTo>
                  <a:lnTo>
                    <a:pt x="423863" y="58079"/>
                  </a:lnTo>
                  <a:lnTo>
                    <a:pt x="417966" y="55130"/>
                  </a:lnTo>
                  <a:lnTo>
                    <a:pt x="411843" y="52407"/>
                  </a:lnTo>
                  <a:lnTo>
                    <a:pt x="405947" y="49685"/>
                  </a:lnTo>
                  <a:lnTo>
                    <a:pt x="399597" y="47189"/>
                  </a:lnTo>
                  <a:lnTo>
                    <a:pt x="393473" y="44921"/>
                  </a:lnTo>
                  <a:lnTo>
                    <a:pt x="387123" y="42652"/>
                  </a:lnTo>
                  <a:lnTo>
                    <a:pt x="381000" y="40383"/>
                  </a:lnTo>
                  <a:lnTo>
                    <a:pt x="374423" y="38568"/>
                  </a:lnTo>
                  <a:lnTo>
                    <a:pt x="368073" y="36980"/>
                  </a:lnTo>
                  <a:lnTo>
                    <a:pt x="361497" y="35165"/>
                  </a:lnTo>
                  <a:lnTo>
                    <a:pt x="354693" y="33804"/>
                  </a:lnTo>
                  <a:lnTo>
                    <a:pt x="348116" y="32443"/>
                  </a:lnTo>
                  <a:lnTo>
                    <a:pt x="341540" y="31308"/>
                  </a:lnTo>
                  <a:lnTo>
                    <a:pt x="334509" y="30401"/>
                  </a:lnTo>
                  <a:lnTo>
                    <a:pt x="327932" y="29720"/>
                  </a:lnTo>
                  <a:lnTo>
                    <a:pt x="320902" y="29040"/>
                  </a:lnTo>
                  <a:lnTo>
                    <a:pt x="314098" y="28586"/>
                  </a:lnTo>
                  <a:lnTo>
                    <a:pt x="307295" y="28359"/>
                  </a:lnTo>
                  <a:lnTo>
                    <a:pt x="300265" y="28132"/>
                  </a:lnTo>
                  <a:close/>
                  <a:moveTo>
                    <a:pt x="300265" y="0"/>
                  </a:moveTo>
                  <a:lnTo>
                    <a:pt x="307975" y="227"/>
                  </a:lnTo>
                  <a:lnTo>
                    <a:pt x="315686" y="454"/>
                  </a:lnTo>
                  <a:lnTo>
                    <a:pt x="323170" y="907"/>
                  </a:lnTo>
                  <a:lnTo>
                    <a:pt x="330881" y="1361"/>
                  </a:lnTo>
                  <a:lnTo>
                    <a:pt x="338365" y="2496"/>
                  </a:lnTo>
                  <a:lnTo>
                    <a:pt x="345848" y="3403"/>
                  </a:lnTo>
                  <a:lnTo>
                    <a:pt x="353332" y="4764"/>
                  </a:lnTo>
                  <a:lnTo>
                    <a:pt x="360590" y="6126"/>
                  </a:lnTo>
                  <a:lnTo>
                    <a:pt x="368073" y="7714"/>
                  </a:lnTo>
                  <a:lnTo>
                    <a:pt x="375331" y="9529"/>
                  </a:lnTo>
                  <a:lnTo>
                    <a:pt x="382134" y="11344"/>
                  </a:lnTo>
                  <a:lnTo>
                    <a:pt x="389391" y="13385"/>
                  </a:lnTo>
                  <a:lnTo>
                    <a:pt x="396422" y="15654"/>
                  </a:lnTo>
                  <a:lnTo>
                    <a:pt x="403452" y="18150"/>
                  </a:lnTo>
                  <a:lnTo>
                    <a:pt x="410029" y="20872"/>
                  </a:lnTo>
                  <a:lnTo>
                    <a:pt x="416832" y="23595"/>
                  </a:lnTo>
                  <a:lnTo>
                    <a:pt x="423636" y="26317"/>
                  </a:lnTo>
                  <a:lnTo>
                    <a:pt x="430213" y="29720"/>
                  </a:lnTo>
                  <a:lnTo>
                    <a:pt x="436790" y="32896"/>
                  </a:lnTo>
                  <a:lnTo>
                    <a:pt x="443140" y="36073"/>
                  </a:lnTo>
                  <a:lnTo>
                    <a:pt x="449490" y="39929"/>
                  </a:lnTo>
                  <a:lnTo>
                    <a:pt x="455840" y="43332"/>
                  </a:lnTo>
                  <a:lnTo>
                    <a:pt x="461736" y="47416"/>
                  </a:lnTo>
                  <a:lnTo>
                    <a:pt x="467859" y="51273"/>
                  </a:lnTo>
                  <a:lnTo>
                    <a:pt x="473756" y="55357"/>
                  </a:lnTo>
                  <a:lnTo>
                    <a:pt x="479652" y="59667"/>
                  </a:lnTo>
                  <a:lnTo>
                    <a:pt x="485322" y="63978"/>
                  </a:lnTo>
                  <a:lnTo>
                    <a:pt x="490991" y="68515"/>
                  </a:lnTo>
                  <a:lnTo>
                    <a:pt x="496434" y="73279"/>
                  </a:lnTo>
                  <a:lnTo>
                    <a:pt x="501877" y="78044"/>
                  </a:lnTo>
                  <a:lnTo>
                    <a:pt x="507093" y="82808"/>
                  </a:lnTo>
                  <a:lnTo>
                    <a:pt x="512309" y="88026"/>
                  </a:lnTo>
                  <a:lnTo>
                    <a:pt x="517298" y="93017"/>
                  </a:lnTo>
                  <a:lnTo>
                    <a:pt x="522288" y="98235"/>
                  </a:lnTo>
                  <a:lnTo>
                    <a:pt x="527050" y="103680"/>
                  </a:lnTo>
                  <a:lnTo>
                    <a:pt x="531586" y="109125"/>
                  </a:lnTo>
                  <a:lnTo>
                    <a:pt x="536348" y="115024"/>
                  </a:lnTo>
                  <a:lnTo>
                    <a:pt x="540431" y="120696"/>
                  </a:lnTo>
                  <a:lnTo>
                    <a:pt x="544740" y="126367"/>
                  </a:lnTo>
                  <a:lnTo>
                    <a:pt x="549048" y="132266"/>
                  </a:lnTo>
                  <a:lnTo>
                    <a:pt x="552904" y="138392"/>
                  </a:lnTo>
                  <a:lnTo>
                    <a:pt x="556759" y="144517"/>
                  </a:lnTo>
                  <a:lnTo>
                    <a:pt x="560388" y="150870"/>
                  </a:lnTo>
                  <a:lnTo>
                    <a:pt x="564016" y="156995"/>
                  </a:lnTo>
                  <a:lnTo>
                    <a:pt x="567418" y="163574"/>
                  </a:lnTo>
                  <a:lnTo>
                    <a:pt x="570593" y="169927"/>
                  </a:lnTo>
                  <a:lnTo>
                    <a:pt x="573541" y="176506"/>
                  </a:lnTo>
                  <a:lnTo>
                    <a:pt x="576716" y="183312"/>
                  </a:lnTo>
                  <a:lnTo>
                    <a:pt x="579438" y="189891"/>
                  </a:lnTo>
                  <a:lnTo>
                    <a:pt x="581932" y="196924"/>
                  </a:lnTo>
                  <a:lnTo>
                    <a:pt x="584427" y="203957"/>
                  </a:lnTo>
                  <a:lnTo>
                    <a:pt x="586695" y="210990"/>
                  </a:lnTo>
                  <a:lnTo>
                    <a:pt x="588963" y="217797"/>
                  </a:lnTo>
                  <a:lnTo>
                    <a:pt x="590550" y="225056"/>
                  </a:lnTo>
                  <a:lnTo>
                    <a:pt x="592365" y="232316"/>
                  </a:lnTo>
                  <a:lnTo>
                    <a:pt x="594179" y="239576"/>
                  </a:lnTo>
                  <a:lnTo>
                    <a:pt x="595313" y="247063"/>
                  </a:lnTo>
                  <a:lnTo>
                    <a:pt x="596673" y="254323"/>
                  </a:lnTo>
                  <a:lnTo>
                    <a:pt x="597807" y="261810"/>
                  </a:lnTo>
                  <a:lnTo>
                    <a:pt x="598488" y="269523"/>
                  </a:lnTo>
                  <a:lnTo>
                    <a:pt x="599395" y="277010"/>
                  </a:lnTo>
                  <a:lnTo>
                    <a:pt x="599848" y="284724"/>
                  </a:lnTo>
                  <a:lnTo>
                    <a:pt x="600075" y="292437"/>
                  </a:lnTo>
                  <a:lnTo>
                    <a:pt x="600075" y="300151"/>
                  </a:lnTo>
                  <a:lnTo>
                    <a:pt x="600075" y="307865"/>
                  </a:lnTo>
                  <a:lnTo>
                    <a:pt x="599848" y="315351"/>
                  </a:lnTo>
                  <a:lnTo>
                    <a:pt x="599395" y="323065"/>
                  </a:lnTo>
                  <a:lnTo>
                    <a:pt x="598488" y="330779"/>
                  </a:lnTo>
                  <a:lnTo>
                    <a:pt x="597807" y="338265"/>
                  </a:lnTo>
                  <a:lnTo>
                    <a:pt x="596673" y="345752"/>
                  </a:lnTo>
                  <a:lnTo>
                    <a:pt x="595313" y="353239"/>
                  </a:lnTo>
                  <a:lnTo>
                    <a:pt x="594179" y="360499"/>
                  </a:lnTo>
                  <a:lnTo>
                    <a:pt x="592365" y="367759"/>
                  </a:lnTo>
                  <a:lnTo>
                    <a:pt x="590550" y="375019"/>
                  </a:lnTo>
                  <a:lnTo>
                    <a:pt x="588963" y="382278"/>
                  </a:lnTo>
                  <a:lnTo>
                    <a:pt x="586695" y="389311"/>
                  </a:lnTo>
                  <a:lnTo>
                    <a:pt x="584427" y="396344"/>
                  </a:lnTo>
                  <a:lnTo>
                    <a:pt x="581932" y="403151"/>
                  </a:lnTo>
                  <a:lnTo>
                    <a:pt x="579438" y="410184"/>
                  </a:lnTo>
                  <a:lnTo>
                    <a:pt x="576716" y="416990"/>
                  </a:lnTo>
                  <a:lnTo>
                    <a:pt x="573541" y="423569"/>
                  </a:lnTo>
                  <a:lnTo>
                    <a:pt x="570593" y="430148"/>
                  </a:lnTo>
                  <a:lnTo>
                    <a:pt x="567418" y="436501"/>
                  </a:lnTo>
                  <a:lnTo>
                    <a:pt x="564016" y="443080"/>
                  </a:lnTo>
                  <a:lnTo>
                    <a:pt x="560388" y="449659"/>
                  </a:lnTo>
                  <a:lnTo>
                    <a:pt x="556759" y="455785"/>
                  </a:lnTo>
                  <a:lnTo>
                    <a:pt x="552904" y="461683"/>
                  </a:lnTo>
                  <a:lnTo>
                    <a:pt x="549048" y="467809"/>
                  </a:lnTo>
                  <a:lnTo>
                    <a:pt x="544740" y="473708"/>
                  </a:lnTo>
                  <a:lnTo>
                    <a:pt x="540431" y="479833"/>
                  </a:lnTo>
                  <a:lnTo>
                    <a:pt x="536348" y="485505"/>
                  </a:lnTo>
                  <a:lnTo>
                    <a:pt x="531586" y="490950"/>
                  </a:lnTo>
                  <a:lnTo>
                    <a:pt x="527050" y="496395"/>
                  </a:lnTo>
                  <a:lnTo>
                    <a:pt x="522288" y="501840"/>
                  </a:lnTo>
                  <a:lnTo>
                    <a:pt x="517298" y="507058"/>
                  </a:lnTo>
                  <a:lnTo>
                    <a:pt x="512309" y="512049"/>
                  </a:lnTo>
                  <a:lnTo>
                    <a:pt x="507093" y="517267"/>
                  </a:lnTo>
                  <a:lnTo>
                    <a:pt x="501877" y="522031"/>
                  </a:lnTo>
                  <a:lnTo>
                    <a:pt x="496434" y="527022"/>
                  </a:lnTo>
                  <a:lnTo>
                    <a:pt x="490991" y="531560"/>
                  </a:lnTo>
                  <a:lnTo>
                    <a:pt x="485322" y="536097"/>
                  </a:lnTo>
                  <a:lnTo>
                    <a:pt x="482689" y="538204"/>
                  </a:lnTo>
                  <a:lnTo>
                    <a:pt x="483983" y="539672"/>
                  </a:lnTo>
                  <a:lnTo>
                    <a:pt x="487609" y="544207"/>
                  </a:lnTo>
                  <a:lnTo>
                    <a:pt x="490328" y="548968"/>
                  </a:lnTo>
                  <a:lnTo>
                    <a:pt x="492821" y="553956"/>
                  </a:lnTo>
                  <a:lnTo>
                    <a:pt x="494407" y="559171"/>
                  </a:lnTo>
                  <a:lnTo>
                    <a:pt x="495993" y="564385"/>
                  </a:lnTo>
                  <a:lnTo>
                    <a:pt x="496673" y="570280"/>
                  </a:lnTo>
                  <a:lnTo>
                    <a:pt x="496899" y="575948"/>
                  </a:lnTo>
                  <a:lnTo>
                    <a:pt x="496899" y="698378"/>
                  </a:lnTo>
                  <a:lnTo>
                    <a:pt x="524770" y="698378"/>
                  </a:lnTo>
                  <a:lnTo>
                    <a:pt x="524770" y="575948"/>
                  </a:lnTo>
                  <a:lnTo>
                    <a:pt x="525224" y="570280"/>
                  </a:lnTo>
                  <a:lnTo>
                    <a:pt x="525903" y="564385"/>
                  </a:lnTo>
                  <a:lnTo>
                    <a:pt x="527263" y="559171"/>
                  </a:lnTo>
                  <a:lnTo>
                    <a:pt x="529302" y="553956"/>
                  </a:lnTo>
                  <a:lnTo>
                    <a:pt x="531568" y="548968"/>
                  </a:lnTo>
                  <a:lnTo>
                    <a:pt x="534514" y="544207"/>
                  </a:lnTo>
                  <a:lnTo>
                    <a:pt x="537913" y="539672"/>
                  </a:lnTo>
                  <a:lnTo>
                    <a:pt x="541312" y="535818"/>
                  </a:lnTo>
                  <a:lnTo>
                    <a:pt x="545617" y="532417"/>
                  </a:lnTo>
                  <a:lnTo>
                    <a:pt x="549696" y="529016"/>
                  </a:lnTo>
                  <a:lnTo>
                    <a:pt x="554454" y="526069"/>
                  </a:lnTo>
                  <a:lnTo>
                    <a:pt x="559439" y="523802"/>
                  </a:lnTo>
                  <a:lnTo>
                    <a:pt x="564424" y="521761"/>
                  </a:lnTo>
                  <a:lnTo>
                    <a:pt x="569863" y="520401"/>
                  </a:lnTo>
                  <a:lnTo>
                    <a:pt x="575754" y="519494"/>
                  </a:lnTo>
                  <a:lnTo>
                    <a:pt x="581419" y="519267"/>
                  </a:lnTo>
                  <a:lnTo>
                    <a:pt x="587084" y="519494"/>
                  </a:lnTo>
                  <a:lnTo>
                    <a:pt x="592975" y="520401"/>
                  </a:lnTo>
                  <a:lnTo>
                    <a:pt x="598413" y="521761"/>
                  </a:lnTo>
                  <a:lnTo>
                    <a:pt x="603399" y="523802"/>
                  </a:lnTo>
                  <a:lnTo>
                    <a:pt x="608384" y="526069"/>
                  </a:lnTo>
                  <a:lnTo>
                    <a:pt x="613142" y="529016"/>
                  </a:lnTo>
                  <a:lnTo>
                    <a:pt x="617221" y="532417"/>
                  </a:lnTo>
                  <a:lnTo>
                    <a:pt x="621526" y="535818"/>
                  </a:lnTo>
                  <a:lnTo>
                    <a:pt x="624925" y="539672"/>
                  </a:lnTo>
                  <a:lnTo>
                    <a:pt x="628324" y="544207"/>
                  </a:lnTo>
                  <a:lnTo>
                    <a:pt x="631270" y="548968"/>
                  </a:lnTo>
                  <a:lnTo>
                    <a:pt x="633536" y="553956"/>
                  </a:lnTo>
                  <a:lnTo>
                    <a:pt x="635348" y="559171"/>
                  </a:lnTo>
                  <a:lnTo>
                    <a:pt x="636934" y="564385"/>
                  </a:lnTo>
                  <a:lnTo>
                    <a:pt x="637614" y="570280"/>
                  </a:lnTo>
                  <a:lnTo>
                    <a:pt x="637841" y="575948"/>
                  </a:lnTo>
                  <a:lnTo>
                    <a:pt x="637841" y="698378"/>
                  </a:lnTo>
                  <a:lnTo>
                    <a:pt x="665939" y="698378"/>
                  </a:lnTo>
                  <a:lnTo>
                    <a:pt x="665939" y="575948"/>
                  </a:lnTo>
                  <a:lnTo>
                    <a:pt x="666165" y="570280"/>
                  </a:lnTo>
                  <a:lnTo>
                    <a:pt x="666845" y="564385"/>
                  </a:lnTo>
                  <a:lnTo>
                    <a:pt x="668431" y="559171"/>
                  </a:lnTo>
                  <a:lnTo>
                    <a:pt x="670244" y="553956"/>
                  </a:lnTo>
                  <a:lnTo>
                    <a:pt x="672510" y="548968"/>
                  </a:lnTo>
                  <a:lnTo>
                    <a:pt x="675456" y="544207"/>
                  </a:lnTo>
                  <a:lnTo>
                    <a:pt x="678854" y="539672"/>
                  </a:lnTo>
                  <a:lnTo>
                    <a:pt x="682253" y="535818"/>
                  </a:lnTo>
                  <a:lnTo>
                    <a:pt x="686332" y="532417"/>
                  </a:lnTo>
                  <a:lnTo>
                    <a:pt x="690637" y="529016"/>
                  </a:lnTo>
                  <a:lnTo>
                    <a:pt x="695396" y="526069"/>
                  </a:lnTo>
                  <a:lnTo>
                    <a:pt x="700381" y="523802"/>
                  </a:lnTo>
                  <a:lnTo>
                    <a:pt x="705366" y="521761"/>
                  </a:lnTo>
                  <a:lnTo>
                    <a:pt x="711031" y="520401"/>
                  </a:lnTo>
                  <a:lnTo>
                    <a:pt x="716696" y="519494"/>
                  </a:lnTo>
                  <a:lnTo>
                    <a:pt x="722361" y="519267"/>
                  </a:lnTo>
                  <a:lnTo>
                    <a:pt x="728025" y="519494"/>
                  </a:lnTo>
                  <a:lnTo>
                    <a:pt x="733917" y="520401"/>
                  </a:lnTo>
                  <a:lnTo>
                    <a:pt x="739355" y="521761"/>
                  </a:lnTo>
                  <a:lnTo>
                    <a:pt x="744567" y="523802"/>
                  </a:lnTo>
                  <a:lnTo>
                    <a:pt x="749325" y="526069"/>
                  </a:lnTo>
                  <a:lnTo>
                    <a:pt x="754084" y="529016"/>
                  </a:lnTo>
                  <a:lnTo>
                    <a:pt x="758389" y="532417"/>
                  </a:lnTo>
                  <a:lnTo>
                    <a:pt x="762468" y="535818"/>
                  </a:lnTo>
                  <a:lnTo>
                    <a:pt x="766320" y="539672"/>
                  </a:lnTo>
                  <a:lnTo>
                    <a:pt x="769492" y="544207"/>
                  </a:lnTo>
                  <a:lnTo>
                    <a:pt x="772211" y="548968"/>
                  </a:lnTo>
                  <a:lnTo>
                    <a:pt x="774704" y="553956"/>
                  </a:lnTo>
                  <a:lnTo>
                    <a:pt x="776516" y="559171"/>
                  </a:lnTo>
                  <a:lnTo>
                    <a:pt x="777876" y="564385"/>
                  </a:lnTo>
                  <a:lnTo>
                    <a:pt x="778556" y="570280"/>
                  </a:lnTo>
                  <a:lnTo>
                    <a:pt x="779236" y="575948"/>
                  </a:lnTo>
                  <a:lnTo>
                    <a:pt x="779236" y="810606"/>
                  </a:lnTo>
                  <a:lnTo>
                    <a:pt x="779462" y="818768"/>
                  </a:lnTo>
                  <a:lnTo>
                    <a:pt x="779462" y="955709"/>
                  </a:lnTo>
                  <a:lnTo>
                    <a:pt x="779236" y="961830"/>
                  </a:lnTo>
                  <a:lnTo>
                    <a:pt x="779009" y="967952"/>
                  </a:lnTo>
                  <a:lnTo>
                    <a:pt x="778329" y="974073"/>
                  </a:lnTo>
                  <a:lnTo>
                    <a:pt x="777423" y="979741"/>
                  </a:lnTo>
                  <a:lnTo>
                    <a:pt x="776516" y="985863"/>
                  </a:lnTo>
                  <a:lnTo>
                    <a:pt x="775384" y="991531"/>
                  </a:lnTo>
                  <a:lnTo>
                    <a:pt x="774024" y="996972"/>
                  </a:lnTo>
                  <a:lnTo>
                    <a:pt x="772438" y="1002413"/>
                  </a:lnTo>
                  <a:lnTo>
                    <a:pt x="770625" y="1008082"/>
                  </a:lnTo>
                  <a:lnTo>
                    <a:pt x="768812" y="1013296"/>
                  </a:lnTo>
                  <a:lnTo>
                    <a:pt x="766546" y="1018284"/>
                  </a:lnTo>
                  <a:lnTo>
                    <a:pt x="764280" y="1023272"/>
                  </a:lnTo>
                  <a:lnTo>
                    <a:pt x="761788" y="1028033"/>
                  </a:lnTo>
                  <a:lnTo>
                    <a:pt x="759069" y="1032341"/>
                  </a:lnTo>
                  <a:lnTo>
                    <a:pt x="756350" y="1036875"/>
                  </a:lnTo>
                  <a:lnTo>
                    <a:pt x="753177" y="1040956"/>
                  </a:lnTo>
                  <a:lnTo>
                    <a:pt x="750232" y="1044811"/>
                  </a:lnTo>
                  <a:lnTo>
                    <a:pt x="747059" y="1048892"/>
                  </a:lnTo>
                  <a:lnTo>
                    <a:pt x="743887" y="1052292"/>
                  </a:lnTo>
                  <a:lnTo>
                    <a:pt x="740261" y="1055920"/>
                  </a:lnTo>
                  <a:lnTo>
                    <a:pt x="736636" y="1058867"/>
                  </a:lnTo>
                  <a:lnTo>
                    <a:pt x="732784" y="1061815"/>
                  </a:lnTo>
                  <a:lnTo>
                    <a:pt x="729158" y="1064536"/>
                  </a:lnTo>
                  <a:lnTo>
                    <a:pt x="725080" y="1066803"/>
                  </a:lnTo>
                  <a:lnTo>
                    <a:pt x="721228" y="1069070"/>
                  </a:lnTo>
                  <a:lnTo>
                    <a:pt x="717149" y="1071110"/>
                  </a:lnTo>
                  <a:lnTo>
                    <a:pt x="712844" y="1072471"/>
                  </a:lnTo>
                  <a:lnTo>
                    <a:pt x="708765" y="1074058"/>
                  </a:lnTo>
                  <a:lnTo>
                    <a:pt x="704233" y="1074965"/>
                  </a:lnTo>
                  <a:lnTo>
                    <a:pt x="699701" y="1075872"/>
                  </a:lnTo>
                  <a:lnTo>
                    <a:pt x="695169" y="1076325"/>
                  </a:lnTo>
                  <a:lnTo>
                    <a:pt x="690637" y="1076325"/>
                  </a:lnTo>
                  <a:lnTo>
                    <a:pt x="332392" y="1076325"/>
                  </a:lnTo>
                  <a:lnTo>
                    <a:pt x="327633" y="1076325"/>
                  </a:lnTo>
                  <a:lnTo>
                    <a:pt x="323102" y="1075872"/>
                  </a:lnTo>
                  <a:lnTo>
                    <a:pt x="318570" y="1074965"/>
                  </a:lnTo>
                  <a:lnTo>
                    <a:pt x="314491" y="1074058"/>
                  </a:lnTo>
                  <a:lnTo>
                    <a:pt x="309959" y="1072471"/>
                  </a:lnTo>
                  <a:lnTo>
                    <a:pt x="305880" y="1071110"/>
                  </a:lnTo>
                  <a:lnTo>
                    <a:pt x="301802" y="1069070"/>
                  </a:lnTo>
                  <a:lnTo>
                    <a:pt x="297723" y="1066803"/>
                  </a:lnTo>
                  <a:lnTo>
                    <a:pt x="293644" y="1064536"/>
                  </a:lnTo>
                  <a:lnTo>
                    <a:pt x="290019" y="1061815"/>
                  </a:lnTo>
                  <a:lnTo>
                    <a:pt x="286167" y="1058867"/>
                  </a:lnTo>
                  <a:lnTo>
                    <a:pt x="282541" y="1055920"/>
                  </a:lnTo>
                  <a:lnTo>
                    <a:pt x="279142" y="1052292"/>
                  </a:lnTo>
                  <a:lnTo>
                    <a:pt x="275743" y="1048892"/>
                  </a:lnTo>
                  <a:lnTo>
                    <a:pt x="272571" y="1044811"/>
                  </a:lnTo>
                  <a:lnTo>
                    <a:pt x="269625" y="1040956"/>
                  </a:lnTo>
                  <a:lnTo>
                    <a:pt x="266680" y="1036875"/>
                  </a:lnTo>
                  <a:lnTo>
                    <a:pt x="263961" y="1032341"/>
                  </a:lnTo>
                  <a:lnTo>
                    <a:pt x="261015" y="1028033"/>
                  </a:lnTo>
                  <a:lnTo>
                    <a:pt x="258522" y="1023272"/>
                  </a:lnTo>
                  <a:lnTo>
                    <a:pt x="256483" y="1018284"/>
                  </a:lnTo>
                  <a:lnTo>
                    <a:pt x="254217" y="1013296"/>
                  </a:lnTo>
                  <a:lnTo>
                    <a:pt x="252178" y="1008082"/>
                  </a:lnTo>
                  <a:lnTo>
                    <a:pt x="250365" y="1002413"/>
                  </a:lnTo>
                  <a:lnTo>
                    <a:pt x="249005" y="996972"/>
                  </a:lnTo>
                  <a:lnTo>
                    <a:pt x="247419" y="991531"/>
                  </a:lnTo>
                  <a:lnTo>
                    <a:pt x="246286" y="985863"/>
                  </a:lnTo>
                  <a:lnTo>
                    <a:pt x="245153" y="979741"/>
                  </a:lnTo>
                  <a:lnTo>
                    <a:pt x="244473" y="974073"/>
                  </a:lnTo>
                  <a:lnTo>
                    <a:pt x="244020" y="967952"/>
                  </a:lnTo>
                  <a:lnTo>
                    <a:pt x="243794" y="961830"/>
                  </a:lnTo>
                  <a:lnTo>
                    <a:pt x="243340" y="955709"/>
                  </a:lnTo>
                  <a:lnTo>
                    <a:pt x="243340" y="824890"/>
                  </a:lnTo>
                  <a:lnTo>
                    <a:pt x="243114" y="821942"/>
                  </a:lnTo>
                  <a:lnTo>
                    <a:pt x="242887" y="818541"/>
                  </a:lnTo>
                  <a:lnTo>
                    <a:pt x="242887" y="594658"/>
                  </a:lnTo>
                  <a:lnTo>
                    <a:pt x="239712" y="594176"/>
                  </a:lnTo>
                  <a:lnTo>
                    <a:pt x="232455" y="592361"/>
                  </a:lnTo>
                  <a:lnTo>
                    <a:pt x="225198" y="590773"/>
                  </a:lnTo>
                  <a:lnTo>
                    <a:pt x="217941" y="588731"/>
                  </a:lnTo>
                  <a:lnTo>
                    <a:pt x="210910" y="586690"/>
                  </a:lnTo>
                  <a:lnTo>
                    <a:pt x="203880" y="584421"/>
                  </a:lnTo>
                  <a:lnTo>
                    <a:pt x="197077" y="581925"/>
                  </a:lnTo>
                  <a:lnTo>
                    <a:pt x="190046" y="579430"/>
                  </a:lnTo>
                  <a:lnTo>
                    <a:pt x="183243" y="576480"/>
                  </a:lnTo>
                  <a:lnTo>
                    <a:pt x="176666" y="573758"/>
                  </a:lnTo>
                  <a:lnTo>
                    <a:pt x="170089" y="570582"/>
                  </a:lnTo>
                  <a:lnTo>
                    <a:pt x="163512" y="567179"/>
                  </a:lnTo>
                  <a:lnTo>
                    <a:pt x="157162" y="564002"/>
                  </a:lnTo>
                  <a:lnTo>
                    <a:pt x="150812" y="560599"/>
                  </a:lnTo>
                  <a:lnTo>
                    <a:pt x="144689" y="556743"/>
                  </a:lnTo>
                  <a:lnTo>
                    <a:pt x="138339" y="552886"/>
                  </a:lnTo>
                  <a:lnTo>
                    <a:pt x="132443" y="548802"/>
                  </a:lnTo>
                  <a:lnTo>
                    <a:pt x="126546" y="544718"/>
                  </a:lnTo>
                  <a:lnTo>
                    <a:pt x="120650" y="540635"/>
                  </a:lnTo>
                  <a:lnTo>
                    <a:pt x="114980" y="536097"/>
                  </a:lnTo>
                  <a:lnTo>
                    <a:pt x="109310" y="531560"/>
                  </a:lnTo>
                  <a:lnTo>
                    <a:pt x="103868" y="527022"/>
                  </a:lnTo>
                  <a:lnTo>
                    <a:pt x="98652" y="522031"/>
                  </a:lnTo>
                  <a:lnTo>
                    <a:pt x="92982" y="517267"/>
                  </a:lnTo>
                  <a:lnTo>
                    <a:pt x="87993" y="512049"/>
                  </a:lnTo>
                  <a:lnTo>
                    <a:pt x="83003" y="507058"/>
                  </a:lnTo>
                  <a:lnTo>
                    <a:pt x="78014" y="501840"/>
                  </a:lnTo>
                  <a:lnTo>
                    <a:pt x="73478" y="496395"/>
                  </a:lnTo>
                  <a:lnTo>
                    <a:pt x="68716" y="490950"/>
                  </a:lnTo>
                  <a:lnTo>
                    <a:pt x="64180" y="485505"/>
                  </a:lnTo>
                  <a:lnTo>
                    <a:pt x="59644" y="479833"/>
                  </a:lnTo>
                  <a:lnTo>
                    <a:pt x="55336" y="473708"/>
                  </a:lnTo>
                  <a:lnTo>
                    <a:pt x="51480" y="467809"/>
                  </a:lnTo>
                  <a:lnTo>
                    <a:pt x="47398" y="461683"/>
                  </a:lnTo>
                  <a:lnTo>
                    <a:pt x="43543" y="455785"/>
                  </a:lnTo>
                  <a:lnTo>
                    <a:pt x="39914" y="449659"/>
                  </a:lnTo>
                  <a:lnTo>
                    <a:pt x="36512" y="443080"/>
                  </a:lnTo>
                  <a:lnTo>
                    <a:pt x="32884" y="436501"/>
                  </a:lnTo>
                  <a:lnTo>
                    <a:pt x="29709" y="430148"/>
                  </a:lnTo>
                  <a:lnTo>
                    <a:pt x="26761" y="423569"/>
                  </a:lnTo>
                  <a:lnTo>
                    <a:pt x="23812" y="416990"/>
                  </a:lnTo>
                  <a:lnTo>
                    <a:pt x="21091" y="410184"/>
                  </a:lnTo>
                  <a:lnTo>
                    <a:pt x="18370" y="403151"/>
                  </a:lnTo>
                  <a:lnTo>
                    <a:pt x="15875" y="396344"/>
                  </a:lnTo>
                  <a:lnTo>
                    <a:pt x="13607" y="389311"/>
                  </a:lnTo>
                  <a:lnTo>
                    <a:pt x="11566" y="382278"/>
                  </a:lnTo>
                  <a:lnTo>
                    <a:pt x="9525" y="375019"/>
                  </a:lnTo>
                  <a:lnTo>
                    <a:pt x="7711" y="367759"/>
                  </a:lnTo>
                  <a:lnTo>
                    <a:pt x="6350" y="360499"/>
                  </a:lnTo>
                  <a:lnTo>
                    <a:pt x="4762" y="353239"/>
                  </a:lnTo>
                  <a:lnTo>
                    <a:pt x="3628" y="345752"/>
                  </a:lnTo>
                  <a:lnTo>
                    <a:pt x="2495" y="338265"/>
                  </a:lnTo>
                  <a:lnTo>
                    <a:pt x="1587" y="330779"/>
                  </a:lnTo>
                  <a:lnTo>
                    <a:pt x="1134" y="323065"/>
                  </a:lnTo>
                  <a:lnTo>
                    <a:pt x="680" y="315351"/>
                  </a:lnTo>
                  <a:lnTo>
                    <a:pt x="227" y="307865"/>
                  </a:lnTo>
                  <a:lnTo>
                    <a:pt x="0" y="300151"/>
                  </a:lnTo>
                  <a:lnTo>
                    <a:pt x="227" y="292437"/>
                  </a:lnTo>
                  <a:lnTo>
                    <a:pt x="680" y="284724"/>
                  </a:lnTo>
                  <a:lnTo>
                    <a:pt x="1134" y="277010"/>
                  </a:lnTo>
                  <a:lnTo>
                    <a:pt x="1587" y="269523"/>
                  </a:lnTo>
                  <a:lnTo>
                    <a:pt x="2495" y="261810"/>
                  </a:lnTo>
                  <a:lnTo>
                    <a:pt x="3628" y="254323"/>
                  </a:lnTo>
                  <a:lnTo>
                    <a:pt x="4762" y="247063"/>
                  </a:lnTo>
                  <a:lnTo>
                    <a:pt x="6350" y="239576"/>
                  </a:lnTo>
                  <a:lnTo>
                    <a:pt x="7711" y="232316"/>
                  </a:lnTo>
                  <a:lnTo>
                    <a:pt x="9525" y="225056"/>
                  </a:lnTo>
                  <a:lnTo>
                    <a:pt x="11566" y="217797"/>
                  </a:lnTo>
                  <a:lnTo>
                    <a:pt x="13607" y="210990"/>
                  </a:lnTo>
                  <a:lnTo>
                    <a:pt x="15875" y="203957"/>
                  </a:lnTo>
                  <a:lnTo>
                    <a:pt x="18370" y="196924"/>
                  </a:lnTo>
                  <a:lnTo>
                    <a:pt x="21091" y="189891"/>
                  </a:lnTo>
                  <a:lnTo>
                    <a:pt x="23812" y="183312"/>
                  </a:lnTo>
                  <a:lnTo>
                    <a:pt x="26761" y="176506"/>
                  </a:lnTo>
                  <a:lnTo>
                    <a:pt x="29709" y="169927"/>
                  </a:lnTo>
                  <a:lnTo>
                    <a:pt x="32884" y="163574"/>
                  </a:lnTo>
                  <a:lnTo>
                    <a:pt x="36512" y="156995"/>
                  </a:lnTo>
                  <a:lnTo>
                    <a:pt x="39914" y="150870"/>
                  </a:lnTo>
                  <a:lnTo>
                    <a:pt x="43543" y="144517"/>
                  </a:lnTo>
                  <a:lnTo>
                    <a:pt x="47398" y="138392"/>
                  </a:lnTo>
                  <a:lnTo>
                    <a:pt x="51480" y="132266"/>
                  </a:lnTo>
                  <a:lnTo>
                    <a:pt x="55336" y="126367"/>
                  </a:lnTo>
                  <a:lnTo>
                    <a:pt x="59644" y="120696"/>
                  </a:lnTo>
                  <a:lnTo>
                    <a:pt x="64180" y="115024"/>
                  </a:lnTo>
                  <a:lnTo>
                    <a:pt x="68716" y="109125"/>
                  </a:lnTo>
                  <a:lnTo>
                    <a:pt x="73478" y="103680"/>
                  </a:lnTo>
                  <a:lnTo>
                    <a:pt x="78014" y="98235"/>
                  </a:lnTo>
                  <a:lnTo>
                    <a:pt x="83003" y="93017"/>
                  </a:lnTo>
                  <a:lnTo>
                    <a:pt x="87993" y="88026"/>
                  </a:lnTo>
                  <a:lnTo>
                    <a:pt x="92982" y="82808"/>
                  </a:lnTo>
                  <a:lnTo>
                    <a:pt x="98652" y="78044"/>
                  </a:lnTo>
                  <a:lnTo>
                    <a:pt x="103868" y="73279"/>
                  </a:lnTo>
                  <a:lnTo>
                    <a:pt x="109310" y="68515"/>
                  </a:lnTo>
                  <a:lnTo>
                    <a:pt x="114980" y="63978"/>
                  </a:lnTo>
                  <a:lnTo>
                    <a:pt x="120650" y="59667"/>
                  </a:lnTo>
                  <a:lnTo>
                    <a:pt x="126546" y="55357"/>
                  </a:lnTo>
                  <a:lnTo>
                    <a:pt x="132443" y="51273"/>
                  </a:lnTo>
                  <a:lnTo>
                    <a:pt x="138339" y="47416"/>
                  </a:lnTo>
                  <a:lnTo>
                    <a:pt x="144689" y="43332"/>
                  </a:lnTo>
                  <a:lnTo>
                    <a:pt x="150812" y="39929"/>
                  </a:lnTo>
                  <a:lnTo>
                    <a:pt x="157162" y="36073"/>
                  </a:lnTo>
                  <a:lnTo>
                    <a:pt x="163512" y="32896"/>
                  </a:lnTo>
                  <a:lnTo>
                    <a:pt x="170089" y="29720"/>
                  </a:lnTo>
                  <a:lnTo>
                    <a:pt x="176666" y="26317"/>
                  </a:lnTo>
                  <a:lnTo>
                    <a:pt x="183243" y="23595"/>
                  </a:lnTo>
                  <a:lnTo>
                    <a:pt x="190046" y="20872"/>
                  </a:lnTo>
                  <a:lnTo>
                    <a:pt x="197077" y="18150"/>
                  </a:lnTo>
                  <a:lnTo>
                    <a:pt x="203880" y="15654"/>
                  </a:lnTo>
                  <a:lnTo>
                    <a:pt x="210910" y="13385"/>
                  </a:lnTo>
                  <a:lnTo>
                    <a:pt x="217941" y="11344"/>
                  </a:lnTo>
                  <a:lnTo>
                    <a:pt x="225198" y="9529"/>
                  </a:lnTo>
                  <a:lnTo>
                    <a:pt x="232455" y="7714"/>
                  </a:lnTo>
                  <a:lnTo>
                    <a:pt x="239712" y="6126"/>
                  </a:lnTo>
                  <a:lnTo>
                    <a:pt x="247197" y="4764"/>
                  </a:lnTo>
                  <a:lnTo>
                    <a:pt x="254454" y="3403"/>
                  </a:lnTo>
                  <a:lnTo>
                    <a:pt x="261711" y="2496"/>
                  </a:lnTo>
                  <a:lnTo>
                    <a:pt x="269648" y="1361"/>
                  </a:lnTo>
                  <a:lnTo>
                    <a:pt x="277132" y="907"/>
                  </a:lnTo>
                  <a:lnTo>
                    <a:pt x="284843" y="454"/>
                  </a:lnTo>
                  <a:lnTo>
                    <a:pt x="292554" y="227"/>
                  </a:lnTo>
                  <a:lnTo>
                    <a:pt x="30026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KSO_Shape"/>
            <p:cNvSpPr>
              <a:spLocks/>
            </p:cNvSpPr>
            <p:nvPr/>
          </p:nvSpPr>
          <p:spPr bwMode="auto">
            <a:xfrm>
              <a:off x="2048768" y="2607551"/>
              <a:ext cx="492384" cy="497294"/>
            </a:xfrm>
            <a:custGeom>
              <a:avLst/>
              <a:gdLst/>
              <a:ahLst/>
              <a:cxnLst/>
              <a:rect l="0" t="0" r="r" b="b"/>
              <a:pathLst>
                <a:path w="1241426" h="1514475">
                  <a:moveTo>
                    <a:pt x="38107" y="942975"/>
                  </a:moveTo>
                  <a:lnTo>
                    <a:pt x="1012331" y="942975"/>
                  </a:lnTo>
                  <a:lnTo>
                    <a:pt x="1017548" y="943202"/>
                  </a:lnTo>
                  <a:lnTo>
                    <a:pt x="1022311" y="943655"/>
                  </a:lnTo>
                  <a:lnTo>
                    <a:pt x="1027301" y="944562"/>
                  </a:lnTo>
                  <a:lnTo>
                    <a:pt x="1032065" y="945696"/>
                  </a:lnTo>
                  <a:lnTo>
                    <a:pt x="1037055" y="947282"/>
                  </a:lnTo>
                  <a:lnTo>
                    <a:pt x="1041592" y="949096"/>
                  </a:lnTo>
                  <a:lnTo>
                    <a:pt x="1045901" y="951136"/>
                  </a:lnTo>
                  <a:lnTo>
                    <a:pt x="1050211" y="953403"/>
                  </a:lnTo>
                  <a:lnTo>
                    <a:pt x="1054067" y="955897"/>
                  </a:lnTo>
                  <a:lnTo>
                    <a:pt x="1057923" y="958844"/>
                  </a:lnTo>
                  <a:lnTo>
                    <a:pt x="1061326" y="961791"/>
                  </a:lnTo>
                  <a:lnTo>
                    <a:pt x="1064274" y="964965"/>
                  </a:lnTo>
                  <a:lnTo>
                    <a:pt x="1066996" y="968138"/>
                  </a:lnTo>
                  <a:lnTo>
                    <a:pt x="1069265" y="971539"/>
                  </a:lnTo>
                  <a:lnTo>
                    <a:pt x="1071306" y="975166"/>
                  </a:lnTo>
                  <a:lnTo>
                    <a:pt x="1072440" y="979020"/>
                  </a:lnTo>
                  <a:lnTo>
                    <a:pt x="1235302" y="1478657"/>
                  </a:lnTo>
                  <a:lnTo>
                    <a:pt x="1236436" y="1482058"/>
                  </a:lnTo>
                  <a:lnTo>
                    <a:pt x="1236663" y="1485685"/>
                  </a:lnTo>
                  <a:lnTo>
                    <a:pt x="1236663" y="1489085"/>
                  </a:lnTo>
                  <a:lnTo>
                    <a:pt x="1235983" y="1492259"/>
                  </a:lnTo>
                  <a:lnTo>
                    <a:pt x="1235075" y="1495659"/>
                  </a:lnTo>
                  <a:lnTo>
                    <a:pt x="1233488" y="1498607"/>
                  </a:lnTo>
                  <a:lnTo>
                    <a:pt x="1231673" y="1501327"/>
                  </a:lnTo>
                  <a:lnTo>
                    <a:pt x="1229178" y="1503821"/>
                  </a:lnTo>
                  <a:lnTo>
                    <a:pt x="1226683" y="1506087"/>
                  </a:lnTo>
                  <a:lnTo>
                    <a:pt x="1223507" y="1508128"/>
                  </a:lnTo>
                  <a:lnTo>
                    <a:pt x="1220105" y="1509941"/>
                  </a:lnTo>
                  <a:lnTo>
                    <a:pt x="1216476" y="1511528"/>
                  </a:lnTo>
                  <a:lnTo>
                    <a:pt x="1212166" y="1512888"/>
                  </a:lnTo>
                  <a:lnTo>
                    <a:pt x="1207856" y="1513568"/>
                  </a:lnTo>
                  <a:lnTo>
                    <a:pt x="1203320" y="1514022"/>
                  </a:lnTo>
                  <a:lnTo>
                    <a:pt x="1198556" y="1514475"/>
                  </a:lnTo>
                  <a:lnTo>
                    <a:pt x="224106" y="1514475"/>
                  </a:lnTo>
                  <a:lnTo>
                    <a:pt x="219115" y="1514022"/>
                  </a:lnTo>
                  <a:lnTo>
                    <a:pt x="214125" y="1513568"/>
                  </a:lnTo>
                  <a:lnTo>
                    <a:pt x="209362" y="1512888"/>
                  </a:lnTo>
                  <a:lnTo>
                    <a:pt x="204598" y="1511528"/>
                  </a:lnTo>
                  <a:lnTo>
                    <a:pt x="199608" y="1509941"/>
                  </a:lnTo>
                  <a:lnTo>
                    <a:pt x="195072" y="1508128"/>
                  </a:lnTo>
                  <a:lnTo>
                    <a:pt x="190762" y="1506087"/>
                  </a:lnTo>
                  <a:lnTo>
                    <a:pt x="186225" y="1503821"/>
                  </a:lnTo>
                  <a:lnTo>
                    <a:pt x="182596" y="1501327"/>
                  </a:lnTo>
                  <a:lnTo>
                    <a:pt x="178740" y="1498607"/>
                  </a:lnTo>
                  <a:lnTo>
                    <a:pt x="175338" y="1495659"/>
                  </a:lnTo>
                  <a:lnTo>
                    <a:pt x="172162" y="1492259"/>
                  </a:lnTo>
                  <a:lnTo>
                    <a:pt x="169667" y="1489085"/>
                  </a:lnTo>
                  <a:lnTo>
                    <a:pt x="167398" y="1485685"/>
                  </a:lnTo>
                  <a:lnTo>
                    <a:pt x="165357" y="1482058"/>
                  </a:lnTo>
                  <a:lnTo>
                    <a:pt x="163769" y="1478657"/>
                  </a:lnTo>
                  <a:lnTo>
                    <a:pt x="1361" y="979020"/>
                  </a:lnTo>
                  <a:lnTo>
                    <a:pt x="227" y="975166"/>
                  </a:lnTo>
                  <a:lnTo>
                    <a:pt x="0" y="971539"/>
                  </a:lnTo>
                  <a:lnTo>
                    <a:pt x="0" y="968138"/>
                  </a:lnTo>
                  <a:lnTo>
                    <a:pt x="454" y="964965"/>
                  </a:lnTo>
                  <a:lnTo>
                    <a:pt x="1588" y="961791"/>
                  </a:lnTo>
                  <a:lnTo>
                    <a:pt x="3175" y="958844"/>
                  </a:lnTo>
                  <a:lnTo>
                    <a:pt x="4990" y="955897"/>
                  </a:lnTo>
                  <a:lnTo>
                    <a:pt x="7258" y="953403"/>
                  </a:lnTo>
                  <a:lnTo>
                    <a:pt x="9980" y="951136"/>
                  </a:lnTo>
                  <a:lnTo>
                    <a:pt x="13156" y="949096"/>
                  </a:lnTo>
                  <a:lnTo>
                    <a:pt x="16331" y="947282"/>
                  </a:lnTo>
                  <a:lnTo>
                    <a:pt x="20188" y="945696"/>
                  </a:lnTo>
                  <a:lnTo>
                    <a:pt x="24270" y="944562"/>
                  </a:lnTo>
                  <a:lnTo>
                    <a:pt x="28580" y="943655"/>
                  </a:lnTo>
                  <a:lnTo>
                    <a:pt x="33344" y="943202"/>
                  </a:lnTo>
                  <a:lnTo>
                    <a:pt x="38107" y="942975"/>
                  </a:lnTo>
                  <a:close/>
                  <a:moveTo>
                    <a:pt x="905939" y="631825"/>
                  </a:moveTo>
                  <a:lnTo>
                    <a:pt x="911156" y="631825"/>
                  </a:lnTo>
                  <a:lnTo>
                    <a:pt x="1166117" y="631825"/>
                  </a:lnTo>
                  <a:lnTo>
                    <a:pt x="1169293" y="632052"/>
                  </a:lnTo>
                  <a:lnTo>
                    <a:pt x="1172696" y="632280"/>
                  </a:lnTo>
                  <a:lnTo>
                    <a:pt x="1175644" y="632507"/>
                  </a:lnTo>
                  <a:lnTo>
                    <a:pt x="1178593" y="632961"/>
                  </a:lnTo>
                  <a:lnTo>
                    <a:pt x="1181542" y="633870"/>
                  </a:lnTo>
                  <a:lnTo>
                    <a:pt x="1184264" y="634551"/>
                  </a:lnTo>
                  <a:lnTo>
                    <a:pt x="1189481" y="636595"/>
                  </a:lnTo>
                  <a:lnTo>
                    <a:pt x="1194698" y="639094"/>
                  </a:lnTo>
                  <a:lnTo>
                    <a:pt x="1199235" y="642047"/>
                  </a:lnTo>
                  <a:lnTo>
                    <a:pt x="1203545" y="645227"/>
                  </a:lnTo>
                  <a:lnTo>
                    <a:pt x="1207628" y="648861"/>
                  </a:lnTo>
                  <a:lnTo>
                    <a:pt x="1211257" y="652950"/>
                  </a:lnTo>
                  <a:lnTo>
                    <a:pt x="1214887" y="657266"/>
                  </a:lnTo>
                  <a:lnTo>
                    <a:pt x="1217835" y="661809"/>
                  </a:lnTo>
                  <a:lnTo>
                    <a:pt x="1221011" y="666579"/>
                  </a:lnTo>
                  <a:lnTo>
                    <a:pt x="1223506" y="671349"/>
                  </a:lnTo>
                  <a:lnTo>
                    <a:pt x="1226001" y="676346"/>
                  </a:lnTo>
                  <a:lnTo>
                    <a:pt x="1228043" y="681344"/>
                  </a:lnTo>
                  <a:lnTo>
                    <a:pt x="1230084" y="686568"/>
                  </a:lnTo>
                  <a:lnTo>
                    <a:pt x="1231899" y="691793"/>
                  </a:lnTo>
                  <a:lnTo>
                    <a:pt x="1233487" y="696790"/>
                  </a:lnTo>
                  <a:lnTo>
                    <a:pt x="1235982" y="706784"/>
                  </a:lnTo>
                  <a:lnTo>
                    <a:pt x="1238024" y="716097"/>
                  </a:lnTo>
                  <a:lnTo>
                    <a:pt x="1239612" y="724275"/>
                  </a:lnTo>
                  <a:lnTo>
                    <a:pt x="1240519" y="731089"/>
                  </a:lnTo>
                  <a:lnTo>
                    <a:pt x="1241199" y="736541"/>
                  </a:lnTo>
                  <a:lnTo>
                    <a:pt x="1241426" y="741538"/>
                  </a:lnTo>
                  <a:lnTo>
                    <a:pt x="1241426" y="1341438"/>
                  </a:lnTo>
                  <a:lnTo>
                    <a:pt x="1118936" y="964144"/>
                  </a:lnTo>
                  <a:lnTo>
                    <a:pt x="1117121" y="959601"/>
                  </a:lnTo>
                  <a:lnTo>
                    <a:pt x="1115307" y="955285"/>
                  </a:lnTo>
                  <a:lnTo>
                    <a:pt x="1113265" y="950742"/>
                  </a:lnTo>
                  <a:lnTo>
                    <a:pt x="1110997" y="946654"/>
                  </a:lnTo>
                  <a:lnTo>
                    <a:pt x="1108728" y="943246"/>
                  </a:lnTo>
                  <a:lnTo>
                    <a:pt x="1106006" y="939385"/>
                  </a:lnTo>
                  <a:lnTo>
                    <a:pt x="1103284" y="935978"/>
                  </a:lnTo>
                  <a:lnTo>
                    <a:pt x="1100336" y="932570"/>
                  </a:lnTo>
                  <a:lnTo>
                    <a:pt x="1097614" y="929617"/>
                  </a:lnTo>
                  <a:lnTo>
                    <a:pt x="1094438" y="926664"/>
                  </a:lnTo>
                  <a:lnTo>
                    <a:pt x="1091489" y="923939"/>
                  </a:lnTo>
                  <a:lnTo>
                    <a:pt x="1088313" y="921440"/>
                  </a:lnTo>
                  <a:lnTo>
                    <a:pt x="1081735" y="916216"/>
                  </a:lnTo>
                  <a:lnTo>
                    <a:pt x="1075157" y="911900"/>
                  </a:lnTo>
                  <a:lnTo>
                    <a:pt x="1067898" y="908038"/>
                  </a:lnTo>
                  <a:lnTo>
                    <a:pt x="1060866" y="904631"/>
                  </a:lnTo>
                  <a:lnTo>
                    <a:pt x="1053154" y="901678"/>
                  </a:lnTo>
                  <a:lnTo>
                    <a:pt x="1045442" y="899179"/>
                  </a:lnTo>
                  <a:lnTo>
                    <a:pt x="1037503" y="897362"/>
                  </a:lnTo>
                  <a:lnTo>
                    <a:pt x="1029337" y="895772"/>
                  </a:lnTo>
                  <a:lnTo>
                    <a:pt x="1020944" y="894864"/>
                  </a:lnTo>
                  <a:lnTo>
                    <a:pt x="1012324" y="894409"/>
                  </a:lnTo>
                  <a:lnTo>
                    <a:pt x="169863" y="894409"/>
                  </a:lnTo>
                  <a:lnTo>
                    <a:pt x="169863" y="839439"/>
                  </a:lnTo>
                  <a:lnTo>
                    <a:pt x="170090" y="834442"/>
                  </a:lnTo>
                  <a:lnTo>
                    <a:pt x="170997" y="829672"/>
                  </a:lnTo>
                  <a:lnTo>
                    <a:pt x="172131" y="824902"/>
                  </a:lnTo>
                  <a:lnTo>
                    <a:pt x="173719" y="820359"/>
                  </a:lnTo>
                  <a:lnTo>
                    <a:pt x="175761" y="816270"/>
                  </a:lnTo>
                  <a:lnTo>
                    <a:pt x="178256" y="812181"/>
                  </a:lnTo>
                  <a:lnTo>
                    <a:pt x="181205" y="808320"/>
                  </a:lnTo>
                  <a:lnTo>
                    <a:pt x="184154" y="804913"/>
                  </a:lnTo>
                  <a:lnTo>
                    <a:pt x="187556" y="801960"/>
                  </a:lnTo>
                  <a:lnTo>
                    <a:pt x="191412" y="799007"/>
                  </a:lnTo>
                  <a:lnTo>
                    <a:pt x="195495" y="796508"/>
                  </a:lnTo>
                  <a:lnTo>
                    <a:pt x="199578" y="794464"/>
                  </a:lnTo>
                  <a:lnTo>
                    <a:pt x="204115" y="792874"/>
                  </a:lnTo>
                  <a:lnTo>
                    <a:pt x="208879" y="791738"/>
                  </a:lnTo>
                  <a:lnTo>
                    <a:pt x="213642" y="790829"/>
                  </a:lnTo>
                  <a:lnTo>
                    <a:pt x="218632" y="790602"/>
                  </a:lnTo>
                  <a:lnTo>
                    <a:pt x="321388" y="790602"/>
                  </a:lnTo>
                  <a:lnTo>
                    <a:pt x="321388" y="791738"/>
                  </a:lnTo>
                  <a:lnTo>
                    <a:pt x="321161" y="795600"/>
                  </a:lnTo>
                  <a:lnTo>
                    <a:pt x="320934" y="800370"/>
                  </a:lnTo>
                  <a:lnTo>
                    <a:pt x="320934" y="812181"/>
                  </a:lnTo>
                  <a:lnTo>
                    <a:pt x="321388" y="825810"/>
                  </a:lnTo>
                  <a:lnTo>
                    <a:pt x="322522" y="838985"/>
                  </a:lnTo>
                  <a:lnTo>
                    <a:pt x="323203" y="845572"/>
                  </a:lnTo>
                  <a:lnTo>
                    <a:pt x="323883" y="851024"/>
                  </a:lnTo>
                  <a:lnTo>
                    <a:pt x="324791" y="856021"/>
                  </a:lnTo>
                  <a:lnTo>
                    <a:pt x="325698" y="859883"/>
                  </a:lnTo>
                  <a:lnTo>
                    <a:pt x="326832" y="862608"/>
                  </a:lnTo>
                  <a:lnTo>
                    <a:pt x="327286" y="863517"/>
                  </a:lnTo>
                  <a:lnTo>
                    <a:pt x="327966" y="863971"/>
                  </a:lnTo>
                  <a:lnTo>
                    <a:pt x="328647" y="863971"/>
                  </a:lnTo>
                  <a:lnTo>
                    <a:pt x="329100" y="863744"/>
                  </a:lnTo>
                  <a:lnTo>
                    <a:pt x="329781" y="862836"/>
                  </a:lnTo>
                  <a:lnTo>
                    <a:pt x="330688" y="861700"/>
                  </a:lnTo>
                  <a:lnTo>
                    <a:pt x="338854" y="843301"/>
                  </a:lnTo>
                  <a:lnTo>
                    <a:pt x="347247" y="825356"/>
                  </a:lnTo>
                  <a:lnTo>
                    <a:pt x="355640" y="807866"/>
                  </a:lnTo>
                  <a:lnTo>
                    <a:pt x="364487" y="790602"/>
                  </a:lnTo>
                  <a:lnTo>
                    <a:pt x="806813" y="790602"/>
                  </a:lnTo>
                  <a:lnTo>
                    <a:pt x="810215" y="776973"/>
                  </a:lnTo>
                  <a:lnTo>
                    <a:pt x="813844" y="763117"/>
                  </a:lnTo>
                  <a:lnTo>
                    <a:pt x="817927" y="749034"/>
                  </a:lnTo>
                  <a:lnTo>
                    <a:pt x="822237" y="735178"/>
                  </a:lnTo>
                  <a:lnTo>
                    <a:pt x="827228" y="721322"/>
                  </a:lnTo>
                  <a:lnTo>
                    <a:pt x="832445" y="708147"/>
                  </a:lnTo>
                  <a:lnTo>
                    <a:pt x="834940" y="701787"/>
                  </a:lnTo>
                  <a:lnTo>
                    <a:pt x="838116" y="695200"/>
                  </a:lnTo>
                  <a:lnTo>
                    <a:pt x="841291" y="689067"/>
                  </a:lnTo>
                  <a:lnTo>
                    <a:pt x="844240" y="683161"/>
                  </a:lnTo>
                  <a:lnTo>
                    <a:pt x="847643" y="677255"/>
                  </a:lnTo>
                  <a:lnTo>
                    <a:pt x="850818" y="672031"/>
                  </a:lnTo>
                  <a:lnTo>
                    <a:pt x="854221" y="666579"/>
                  </a:lnTo>
                  <a:lnTo>
                    <a:pt x="857850" y="661809"/>
                  </a:lnTo>
                  <a:lnTo>
                    <a:pt x="861706" y="657039"/>
                  </a:lnTo>
                  <a:lnTo>
                    <a:pt x="865563" y="652723"/>
                  </a:lnTo>
                  <a:lnTo>
                    <a:pt x="869419" y="648861"/>
                  </a:lnTo>
                  <a:lnTo>
                    <a:pt x="873502" y="645000"/>
                  </a:lnTo>
                  <a:lnTo>
                    <a:pt x="877812" y="642047"/>
                  </a:lnTo>
                  <a:lnTo>
                    <a:pt x="882121" y="639094"/>
                  </a:lnTo>
                  <a:lnTo>
                    <a:pt x="886431" y="636595"/>
                  </a:lnTo>
                  <a:lnTo>
                    <a:pt x="891195" y="634778"/>
                  </a:lnTo>
                  <a:lnTo>
                    <a:pt x="895958" y="633188"/>
                  </a:lnTo>
                  <a:lnTo>
                    <a:pt x="900722" y="632280"/>
                  </a:lnTo>
                  <a:lnTo>
                    <a:pt x="905939" y="631825"/>
                  </a:lnTo>
                  <a:close/>
                  <a:moveTo>
                    <a:pt x="1026356" y="0"/>
                  </a:moveTo>
                  <a:lnTo>
                    <a:pt x="1225551" y="293292"/>
                  </a:lnTo>
                  <a:lnTo>
                    <a:pt x="1026356" y="596558"/>
                  </a:lnTo>
                  <a:lnTo>
                    <a:pt x="1026356" y="422259"/>
                  </a:lnTo>
                  <a:lnTo>
                    <a:pt x="1021824" y="421353"/>
                  </a:lnTo>
                  <a:lnTo>
                    <a:pt x="1015932" y="419993"/>
                  </a:lnTo>
                  <a:lnTo>
                    <a:pt x="1008227" y="418180"/>
                  </a:lnTo>
                  <a:lnTo>
                    <a:pt x="998483" y="416366"/>
                  </a:lnTo>
                  <a:lnTo>
                    <a:pt x="987152" y="414553"/>
                  </a:lnTo>
                  <a:lnTo>
                    <a:pt x="973782" y="413193"/>
                  </a:lnTo>
                  <a:lnTo>
                    <a:pt x="958599" y="411607"/>
                  </a:lnTo>
                  <a:lnTo>
                    <a:pt x="942056" y="410473"/>
                  </a:lnTo>
                  <a:lnTo>
                    <a:pt x="932991" y="410020"/>
                  </a:lnTo>
                  <a:lnTo>
                    <a:pt x="923926" y="409793"/>
                  </a:lnTo>
                  <a:lnTo>
                    <a:pt x="914409" y="409793"/>
                  </a:lnTo>
                  <a:lnTo>
                    <a:pt x="904437" y="410020"/>
                  </a:lnTo>
                  <a:lnTo>
                    <a:pt x="894466" y="410247"/>
                  </a:lnTo>
                  <a:lnTo>
                    <a:pt x="884042" y="410700"/>
                  </a:lnTo>
                  <a:lnTo>
                    <a:pt x="872938" y="411607"/>
                  </a:lnTo>
                  <a:lnTo>
                    <a:pt x="862060" y="412287"/>
                  </a:lnTo>
                  <a:lnTo>
                    <a:pt x="850730" y="413646"/>
                  </a:lnTo>
                  <a:lnTo>
                    <a:pt x="839172" y="415233"/>
                  </a:lnTo>
                  <a:lnTo>
                    <a:pt x="827615" y="417046"/>
                  </a:lnTo>
                  <a:lnTo>
                    <a:pt x="815378" y="419086"/>
                  </a:lnTo>
                  <a:lnTo>
                    <a:pt x="803140" y="421579"/>
                  </a:lnTo>
                  <a:lnTo>
                    <a:pt x="790677" y="424073"/>
                  </a:lnTo>
                  <a:lnTo>
                    <a:pt x="778213" y="427472"/>
                  </a:lnTo>
                  <a:lnTo>
                    <a:pt x="765296" y="430646"/>
                  </a:lnTo>
                  <a:lnTo>
                    <a:pt x="752379" y="434499"/>
                  </a:lnTo>
                  <a:lnTo>
                    <a:pt x="739235" y="439032"/>
                  </a:lnTo>
                  <a:lnTo>
                    <a:pt x="726091" y="443565"/>
                  </a:lnTo>
                  <a:lnTo>
                    <a:pt x="712721" y="449005"/>
                  </a:lnTo>
                  <a:lnTo>
                    <a:pt x="699124" y="454218"/>
                  </a:lnTo>
                  <a:lnTo>
                    <a:pt x="685527" y="460338"/>
                  </a:lnTo>
                  <a:lnTo>
                    <a:pt x="672157" y="467137"/>
                  </a:lnTo>
                  <a:lnTo>
                    <a:pt x="658333" y="473937"/>
                  </a:lnTo>
                  <a:lnTo>
                    <a:pt x="644510" y="481643"/>
                  </a:lnTo>
                  <a:lnTo>
                    <a:pt x="630686" y="489803"/>
                  </a:lnTo>
                  <a:lnTo>
                    <a:pt x="616863" y="498416"/>
                  </a:lnTo>
                  <a:lnTo>
                    <a:pt x="603039" y="507709"/>
                  </a:lnTo>
                  <a:lnTo>
                    <a:pt x="589216" y="517455"/>
                  </a:lnTo>
                  <a:lnTo>
                    <a:pt x="575392" y="527881"/>
                  </a:lnTo>
                  <a:lnTo>
                    <a:pt x="561569" y="538987"/>
                  </a:lnTo>
                  <a:lnTo>
                    <a:pt x="547745" y="550773"/>
                  </a:lnTo>
                  <a:lnTo>
                    <a:pt x="533922" y="563012"/>
                  </a:lnTo>
                  <a:lnTo>
                    <a:pt x="520098" y="575932"/>
                  </a:lnTo>
                  <a:lnTo>
                    <a:pt x="506728" y="589758"/>
                  </a:lnTo>
                  <a:lnTo>
                    <a:pt x="493131" y="604264"/>
                  </a:lnTo>
                  <a:lnTo>
                    <a:pt x="479534" y="619450"/>
                  </a:lnTo>
                  <a:lnTo>
                    <a:pt x="466164" y="635316"/>
                  </a:lnTo>
                  <a:lnTo>
                    <a:pt x="453247" y="652089"/>
                  </a:lnTo>
                  <a:lnTo>
                    <a:pt x="440103" y="669314"/>
                  </a:lnTo>
                  <a:lnTo>
                    <a:pt x="427186" y="687447"/>
                  </a:lnTo>
                  <a:lnTo>
                    <a:pt x="414269" y="706486"/>
                  </a:lnTo>
                  <a:lnTo>
                    <a:pt x="401805" y="726205"/>
                  </a:lnTo>
                  <a:lnTo>
                    <a:pt x="389341" y="746831"/>
                  </a:lnTo>
                  <a:lnTo>
                    <a:pt x="377331" y="768363"/>
                  </a:lnTo>
                  <a:lnTo>
                    <a:pt x="365320" y="790575"/>
                  </a:lnTo>
                  <a:lnTo>
                    <a:pt x="322263" y="790575"/>
                  </a:lnTo>
                  <a:lnTo>
                    <a:pt x="324303" y="774483"/>
                  </a:lnTo>
                  <a:lnTo>
                    <a:pt x="326569" y="758617"/>
                  </a:lnTo>
                  <a:lnTo>
                    <a:pt x="328835" y="742751"/>
                  </a:lnTo>
                  <a:lnTo>
                    <a:pt x="331554" y="727338"/>
                  </a:lnTo>
                  <a:lnTo>
                    <a:pt x="334274" y="712379"/>
                  </a:lnTo>
                  <a:lnTo>
                    <a:pt x="337220" y="697420"/>
                  </a:lnTo>
                  <a:lnTo>
                    <a:pt x="340166" y="682914"/>
                  </a:lnTo>
                  <a:lnTo>
                    <a:pt x="343565" y="668634"/>
                  </a:lnTo>
                  <a:lnTo>
                    <a:pt x="347191" y="654582"/>
                  </a:lnTo>
                  <a:lnTo>
                    <a:pt x="350590" y="640756"/>
                  </a:lnTo>
                  <a:lnTo>
                    <a:pt x="354442" y="627156"/>
                  </a:lnTo>
                  <a:lnTo>
                    <a:pt x="358295" y="613783"/>
                  </a:lnTo>
                  <a:lnTo>
                    <a:pt x="362374" y="600864"/>
                  </a:lnTo>
                  <a:lnTo>
                    <a:pt x="366680" y="587945"/>
                  </a:lnTo>
                  <a:lnTo>
                    <a:pt x="371212" y="575479"/>
                  </a:lnTo>
                  <a:lnTo>
                    <a:pt x="375744" y="563239"/>
                  </a:lnTo>
                  <a:lnTo>
                    <a:pt x="380503" y="551226"/>
                  </a:lnTo>
                  <a:lnTo>
                    <a:pt x="385489" y="539440"/>
                  </a:lnTo>
                  <a:lnTo>
                    <a:pt x="390248" y="527881"/>
                  </a:lnTo>
                  <a:lnTo>
                    <a:pt x="395460" y="516775"/>
                  </a:lnTo>
                  <a:lnTo>
                    <a:pt x="400899" y="505442"/>
                  </a:lnTo>
                  <a:lnTo>
                    <a:pt x="406111" y="494789"/>
                  </a:lnTo>
                  <a:lnTo>
                    <a:pt x="411776" y="483910"/>
                  </a:lnTo>
                  <a:lnTo>
                    <a:pt x="417441" y="473710"/>
                  </a:lnTo>
                  <a:lnTo>
                    <a:pt x="423107" y="463511"/>
                  </a:lnTo>
                  <a:lnTo>
                    <a:pt x="428999" y="453538"/>
                  </a:lnTo>
                  <a:lnTo>
                    <a:pt x="435117" y="443792"/>
                  </a:lnTo>
                  <a:lnTo>
                    <a:pt x="441009" y="434045"/>
                  </a:lnTo>
                  <a:lnTo>
                    <a:pt x="447355" y="424979"/>
                  </a:lnTo>
                  <a:lnTo>
                    <a:pt x="453473" y="415913"/>
                  </a:lnTo>
                  <a:lnTo>
                    <a:pt x="459819" y="407073"/>
                  </a:lnTo>
                  <a:lnTo>
                    <a:pt x="466390" y="398234"/>
                  </a:lnTo>
                  <a:lnTo>
                    <a:pt x="473189" y="389848"/>
                  </a:lnTo>
                  <a:lnTo>
                    <a:pt x="479761" y="381461"/>
                  </a:lnTo>
                  <a:lnTo>
                    <a:pt x="486333" y="373528"/>
                  </a:lnTo>
                  <a:lnTo>
                    <a:pt x="493358" y="365595"/>
                  </a:lnTo>
                  <a:lnTo>
                    <a:pt x="500156" y="357889"/>
                  </a:lnTo>
                  <a:lnTo>
                    <a:pt x="507181" y="350410"/>
                  </a:lnTo>
                  <a:lnTo>
                    <a:pt x="514206" y="342930"/>
                  </a:lnTo>
                  <a:lnTo>
                    <a:pt x="521458" y="336130"/>
                  </a:lnTo>
                  <a:lnTo>
                    <a:pt x="528710" y="329104"/>
                  </a:lnTo>
                  <a:lnTo>
                    <a:pt x="535735" y="322304"/>
                  </a:lnTo>
                  <a:lnTo>
                    <a:pt x="543213" y="315958"/>
                  </a:lnTo>
                  <a:lnTo>
                    <a:pt x="550691" y="309612"/>
                  </a:lnTo>
                  <a:lnTo>
                    <a:pt x="557943" y="303038"/>
                  </a:lnTo>
                  <a:lnTo>
                    <a:pt x="565421" y="297145"/>
                  </a:lnTo>
                  <a:lnTo>
                    <a:pt x="573126" y="291252"/>
                  </a:lnTo>
                  <a:lnTo>
                    <a:pt x="580604" y="285813"/>
                  </a:lnTo>
                  <a:lnTo>
                    <a:pt x="588309" y="280146"/>
                  </a:lnTo>
                  <a:lnTo>
                    <a:pt x="595788" y="274707"/>
                  </a:lnTo>
                  <a:lnTo>
                    <a:pt x="611197" y="264507"/>
                  </a:lnTo>
                  <a:lnTo>
                    <a:pt x="626834" y="254988"/>
                  </a:lnTo>
                  <a:lnTo>
                    <a:pt x="642244" y="246148"/>
                  </a:lnTo>
                  <a:lnTo>
                    <a:pt x="657654" y="237535"/>
                  </a:lnTo>
                  <a:lnTo>
                    <a:pt x="673290" y="229602"/>
                  </a:lnTo>
                  <a:lnTo>
                    <a:pt x="689153" y="222576"/>
                  </a:lnTo>
                  <a:lnTo>
                    <a:pt x="704563" y="215549"/>
                  </a:lnTo>
                  <a:lnTo>
                    <a:pt x="720199" y="209430"/>
                  </a:lnTo>
                  <a:lnTo>
                    <a:pt x="735609" y="203537"/>
                  </a:lnTo>
                  <a:lnTo>
                    <a:pt x="750792" y="198550"/>
                  </a:lnTo>
                  <a:lnTo>
                    <a:pt x="766202" y="193564"/>
                  </a:lnTo>
                  <a:lnTo>
                    <a:pt x="781159" y="189257"/>
                  </a:lnTo>
                  <a:lnTo>
                    <a:pt x="796115" y="185178"/>
                  </a:lnTo>
                  <a:lnTo>
                    <a:pt x="810619" y="181551"/>
                  </a:lnTo>
                  <a:lnTo>
                    <a:pt x="824896" y="178605"/>
                  </a:lnTo>
                  <a:lnTo>
                    <a:pt x="838946" y="175658"/>
                  </a:lnTo>
                  <a:lnTo>
                    <a:pt x="852769" y="173165"/>
                  </a:lnTo>
                  <a:lnTo>
                    <a:pt x="866140" y="170898"/>
                  </a:lnTo>
                  <a:lnTo>
                    <a:pt x="879510" y="169085"/>
                  </a:lnTo>
                  <a:lnTo>
                    <a:pt x="892200" y="167498"/>
                  </a:lnTo>
                  <a:lnTo>
                    <a:pt x="904437" y="166138"/>
                  </a:lnTo>
                  <a:lnTo>
                    <a:pt x="916221" y="165005"/>
                  </a:lnTo>
                  <a:lnTo>
                    <a:pt x="927779" y="164325"/>
                  </a:lnTo>
                  <a:lnTo>
                    <a:pt x="938656" y="163419"/>
                  </a:lnTo>
                  <a:lnTo>
                    <a:pt x="949307" y="162965"/>
                  </a:lnTo>
                  <a:lnTo>
                    <a:pt x="968343" y="162512"/>
                  </a:lnTo>
                  <a:lnTo>
                    <a:pt x="985339" y="162512"/>
                  </a:lnTo>
                  <a:lnTo>
                    <a:pt x="999389" y="162739"/>
                  </a:lnTo>
                  <a:lnTo>
                    <a:pt x="1010720" y="163192"/>
                  </a:lnTo>
                  <a:lnTo>
                    <a:pt x="1019331" y="163872"/>
                  </a:lnTo>
                  <a:lnTo>
                    <a:pt x="1026356" y="164552"/>
                  </a:lnTo>
                  <a:lnTo>
                    <a:pt x="1026356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77" y="4428169"/>
            <a:ext cx="1286367" cy="1998885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5050481" y="3369734"/>
            <a:ext cx="4005758" cy="708930"/>
            <a:chOff x="4958116" y="2152195"/>
            <a:chExt cx="4005758" cy="708930"/>
          </a:xfrm>
        </p:grpSpPr>
        <p:sp>
          <p:nvSpPr>
            <p:cNvPr id="38" name="矩形 37"/>
            <p:cNvSpPr/>
            <p:nvPr/>
          </p:nvSpPr>
          <p:spPr>
            <a:xfrm>
              <a:off x="4958116" y="215219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b="1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4976346" y="2491793"/>
              <a:ext cx="398752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上课注意行车安全</a:t>
              </a:r>
            </a:p>
          </p:txBody>
        </p:sp>
      </p:grpSp>
      <p:sp>
        <p:nvSpPr>
          <p:cNvPr id="59" name="矩形 58"/>
          <p:cNvSpPr/>
          <p:nvPr/>
        </p:nvSpPr>
        <p:spPr>
          <a:xfrm>
            <a:off x="5050481" y="4953003"/>
            <a:ext cx="3987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注意</a:t>
            </a:r>
            <a:r>
              <a:rPr lang="zh-CN" altLang="en-US" dirty="0">
                <a:solidFill>
                  <a:srgbClr val="FF0000"/>
                </a:solidFill>
              </a:rPr>
              <a:t>防范流感</a:t>
            </a:r>
            <a:r>
              <a:rPr lang="zh-CN" altLang="en-US" dirty="0"/>
              <a:t>，必要时</a:t>
            </a:r>
            <a:r>
              <a:rPr lang="zh-CN" altLang="en-US" dirty="0">
                <a:solidFill>
                  <a:srgbClr val="FF0000"/>
                </a:solidFill>
              </a:rPr>
              <a:t>佩戴口罩</a:t>
            </a:r>
            <a:r>
              <a:rPr lang="zh-CN" altLang="en-US" dirty="0"/>
              <a:t>，或预防感冒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F0BE470-24F8-346E-728A-0C343BD15D59}"/>
              </a:ext>
            </a:extLst>
          </p:cNvPr>
          <p:cNvSpPr/>
          <p:nvPr/>
        </p:nvSpPr>
        <p:spPr>
          <a:xfrm>
            <a:off x="-1158417" y="699770"/>
            <a:ext cx="3721395" cy="567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              </a:t>
            </a:r>
            <a:r>
              <a:rPr lang="zh-CN" altLang="en-US" dirty="0">
                <a:solidFill>
                  <a:srgbClr val="014E7A"/>
                </a:solidFill>
              </a:rPr>
              <a:t>安全事项与日常关怀</a:t>
            </a:r>
          </a:p>
        </p:txBody>
      </p:sp>
    </p:spTree>
    <p:extLst>
      <p:ext uri="{BB962C8B-B14F-4D97-AF65-F5344CB8AC3E}">
        <p14:creationId xmlns:p14="http://schemas.microsoft.com/office/powerpoint/2010/main" val="313122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30321"/>
            <a:ext cx="9144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感谢聆听！</a:t>
            </a:r>
            <a:endParaRPr lang="en-US" altLang="zh-CN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endParaRPr lang="en-US" altLang="zh-CN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/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33491" y="3340091"/>
            <a:ext cx="4031873" cy="453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祝学弟学妹生活快乐，学习愉快！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53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Broadway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1059</TotalTime>
  <Words>924</Words>
  <Application>Microsoft Office PowerPoint</Application>
  <PresentationFormat>全屏显示(4:3)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隶书</vt:lpstr>
      <vt:lpstr>Arial</vt:lpstr>
      <vt:lpstr>Calibri</vt:lpstr>
      <vt:lpstr>Tahoma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杰尹 谭</cp:lastModifiedBy>
  <cp:revision>52</cp:revision>
  <dcterms:created xsi:type="dcterms:W3CDTF">2014-12-22T07:22:13Z</dcterms:created>
  <dcterms:modified xsi:type="dcterms:W3CDTF">2025-11-25T14:54:45Z</dcterms:modified>
</cp:coreProperties>
</file>